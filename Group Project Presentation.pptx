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x="18288000" cy="10287000"/>
  <p:notesSz cx="6858000" cy="9144000"/>
  <p:embeddedFontLst>
    <p:embeddedFont>
      <p:font typeface="Berthold Block" charset="1" panose="02000506040000020004"/>
      <p:regular r:id="rId24"/>
    </p:embeddedFont>
    <p:embeddedFont>
      <p:font typeface="TT Fors" charset="1" panose="020B000303000102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1.png" Type="http://schemas.openxmlformats.org/officeDocument/2006/relationships/image"/><Relationship Id="rId9" Target="../media/image1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477320">
            <a:off x="-795196" y="336509"/>
            <a:ext cx="18977927" cy="8625468"/>
            <a:chOff x="0" y="0"/>
            <a:chExt cx="7620000" cy="3463290"/>
          </a:xfrm>
        </p:grpSpPr>
        <p:sp>
          <p:nvSpPr>
            <p:cNvPr name="Freeform 3" id="3"/>
            <p:cNvSpPr/>
            <p:nvPr/>
          </p:nvSpPr>
          <p:spPr>
            <a:xfrm flipH="false" flipV="false" rot="0">
              <a:off x="466090" y="466090"/>
              <a:ext cx="6687820" cy="2531110"/>
            </a:xfrm>
            <a:custGeom>
              <a:avLst/>
              <a:gdLst/>
              <a:ahLst/>
              <a:cxnLst/>
              <a:rect r="r" b="b" t="t" l="l"/>
              <a:pathLst>
                <a:path h="2531110" w="6687820">
                  <a:moveTo>
                    <a:pt x="0" y="0"/>
                  </a:moveTo>
                  <a:lnTo>
                    <a:pt x="0" y="2531110"/>
                  </a:lnTo>
                  <a:lnTo>
                    <a:pt x="6687820" y="2531110"/>
                  </a:lnTo>
                  <a:lnTo>
                    <a:pt x="6687820" y="0"/>
                  </a:lnTo>
                  <a:close/>
                </a:path>
              </a:pathLst>
            </a:custGeom>
            <a:solidFill>
              <a:srgbClr val="FFF7ED"/>
            </a:solidFill>
            <a:ln w="12700">
              <a:solidFill>
                <a:srgbClr val="000000"/>
              </a:solidFill>
            </a:ln>
          </p:spPr>
        </p:sp>
        <p:sp>
          <p:nvSpPr>
            <p:cNvPr name="Freeform 4" id="4"/>
            <p:cNvSpPr/>
            <p:nvPr/>
          </p:nvSpPr>
          <p:spPr>
            <a:xfrm flipH="false" flipV="false" rot="0">
              <a:off x="0" y="0"/>
              <a:ext cx="7620000" cy="3462020"/>
            </a:xfrm>
            <a:custGeom>
              <a:avLst/>
              <a:gdLst/>
              <a:ahLst/>
              <a:cxnLst/>
              <a:rect r="r" b="b" t="t" l="l"/>
              <a:pathLst>
                <a:path h="3462020" w="7620000">
                  <a:moveTo>
                    <a:pt x="388620" y="388620"/>
                  </a:moveTo>
                  <a:lnTo>
                    <a:pt x="388620" y="3074670"/>
                  </a:lnTo>
                  <a:lnTo>
                    <a:pt x="7231380" y="3074670"/>
                  </a:lnTo>
                  <a:lnTo>
                    <a:pt x="7231380" y="388620"/>
                  </a:lnTo>
                  <a:lnTo>
                    <a:pt x="388620" y="388620"/>
                  </a:lnTo>
                  <a:close/>
                  <a:moveTo>
                    <a:pt x="201930" y="0"/>
                  </a:moveTo>
                  <a:lnTo>
                    <a:pt x="490220" y="0"/>
                  </a:lnTo>
                  <a:cubicBezTo>
                    <a:pt x="490220" y="111760"/>
                    <a:pt x="580390" y="201930"/>
                    <a:pt x="692150" y="201930"/>
                  </a:cubicBezTo>
                  <a:cubicBezTo>
                    <a:pt x="803910" y="201930"/>
                    <a:pt x="895350" y="111760"/>
                    <a:pt x="895350" y="0"/>
                  </a:cubicBezTo>
                  <a:lnTo>
                    <a:pt x="1183640" y="0"/>
                  </a:lnTo>
                  <a:cubicBezTo>
                    <a:pt x="1183640" y="111760"/>
                    <a:pt x="1273810" y="201930"/>
                    <a:pt x="1385570" y="201930"/>
                  </a:cubicBezTo>
                  <a:cubicBezTo>
                    <a:pt x="1497330" y="201930"/>
                    <a:pt x="1587500" y="111760"/>
                    <a:pt x="1587500" y="0"/>
                  </a:cubicBezTo>
                  <a:lnTo>
                    <a:pt x="1875790" y="0"/>
                  </a:lnTo>
                  <a:cubicBezTo>
                    <a:pt x="1875790" y="111760"/>
                    <a:pt x="1965960" y="201930"/>
                    <a:pt x="2077720" y="201930"/>
                  </a:cubicBezTo>
                  <a:cubicBezTo>
                    <a:pt x="2189480" y="201930"/>
                    <a:pt x="2279650" y="111760"/>
                    <a:pt x="2279650" y="0"/>
                  </a:cubicBezTo>
                  <a:lnTo>
                    <a:pt x="2567940" y="0"/>
                  </a:lnTo>
                  <a:cubicBezTo>
                    <a:pt x="2567940" y="111760"/>
                    <a:pt x="2658110" y="201930"/>
                    <a:pt x="2769870" y="201930"/>
                  </a:cubicBezTo>
                  <a:cubicBezTo>
                    <a:pt x="2881630" y="201930"/>
                    <a:pt x="2973070" y="111760"/>
                    <a:pt x="2973070" y="0"/>
                  </a:cubicBezTo>
                  <a:lnTo>
                    <a:pt x="3261360" y="0"/>
                  </a:lnTo>
                  <a:cubicBezTo>
                    <a:pt x="3261360" y="111760"/>
                    <a:pt x="3351530" y="201930"/>
                    <a:pt x="3463290" y="201930"/>
                  </a:cubicBezTo>
                  <a:cubicBezTo>
                    <a:pt x="3575050" y="201930"/>
                    <a:pt x="3665220" y="111760"/>
                    <a:pt x="3665220" y="0"/>
                  </a:cubicBezTo>
                  <a:lnTo>
                    <a:pt x="3953510" y="0"/>
                  </a:lnTo>
                  <a:cubicBezTo>
                    <a:pt x="3953510" y="111760"/>
                    <a:pt x="4043680" y="201930"/>
                    <a:pt x="4155440" y="201930"/>
                  </a:cubicBezTo>
                  <a:cubicBezTo>
                    <a:pt x="4267200" y="201930"/>
                    <a:pt x="4357370" y="111760"/>
                    <a:pt x="4357370" y="0"/>
                  </a:cubicBezTo>
                  <a:lnTo>
                    <a:pt x="4645660" y="0"/>
                  </a:lnTo>
                  <a:cubicBezTo>
                    <a:pt x="4645660" y="111760"/>
                    <a:pt x="4735830" y="201930"/>
                    <a:pt x="4847590" y="201930"/>
                  </a:cubicBezTo>
                  <a:cubicBezTo>
                    <a:pt x="4959350" y="201930"/>
                    <a:pt x="5049520" y="111760"/>
                    <a:pt x="5049520" y="0"/>
                  </a:cubicBezTo>
                  <a:lnTo>
                    <a:pt x="5337810" y="0"/>
                  </a:lnTo>
                  <a:cubicBezTo>
                    <a:pt x="5337810" y="111760"/>
                    <a:pt x="5427980" y="201930"/>
                    <a:pt x="5539740" y="201930"/>
                  </a:cubicBezTo>
                  <a:cubicBezTo>
                    <a:pt x="5651500" y="201930"/>
                    <a:pt x="5741670" y="111760"/>
                    <a:pt x="5741670" y="0"/>
                  </a:cubicBezTo>
                  <a:lnTo>
                    <a:pt x="6032500" y="0"/>
                  </a:lnTo>
                  <a:cubicBezTo>
                    <a:pt x="6032500" y="111760"/>
                    <a:pt x="6122670" y="201930"/>
                    <a:pt x="6234430" y="201930"/>
                  </a:cubicBezTo>
                  <a:cubicBezTo>
                    <a:pt x="6346190" y="201930"/>
                    <a:pt x="6436360" y="111760"/>
                    <a:pt x="6436360" y="0"/>
                  </a:cubicBezTo>
                  <a:lnTo>
                    <a:pt x="6724650" y="0"/>
                  </a:lnTo>
                  <a:cubicBezTo>
                    <a:pt x="6724650" y="111760"/>
                    <a:pt x="6814820" y="201930"/>
                    <a:pt x="6926580" y="201930"/>
                  </a:cubicBezTo>
                  <a:cubicBezTo>
                    <a:pt x="7038341" y="201930"/>
                    <a:pt x="7128510" y="111760"/>
                    <a:pt x="7128510" y="0"/>
                  </a:cubicBezTo>
                  <a:lnTo>
                    <a:pt x="7416800" y="0"/>
                  </a:lnTo>
                  <a:cubicBezTo>
                    <a:pt x="7416800" y="111760"/>
                    <a:pt x="7506970" y="201930"/>
                    <a:pt x="7618730" y="201930"/>
                  </a:cubicBezTo>
                  <a:lnTo>
                    <a:pt x="7618730" y="490220"/>
                  </a:lnTo>
                  <a:cubicBezTo>
                    <a:pt x="7506970" y="490220"/>
                    <a:pt x="7416800" y="580390"/>
                    <a:pt x="7416800" y="692150"/>
                  </a:cubicBezTo>
                  <a:cubicBezTo>
                    <a:pt x="7416800" y="803910"/>
                    <a:pt x="7506970" y="894080"/>
                    <a:pt x="7618730" y="894080"/>
                  </a:cubicBezTo>
                  <a:lnTo>
                    <a:pt x="7618730" y="1182370"/>
                  </a:lnTo>
                  <a:cubicBezTo>
                    <a:pt x="7506970" y="1182370"/>
                    <a:pt x="7416800" y="1272540"/>
                    <a:pt x="7416800" y="1384300"/>
                  </a:cubicBezTo>
                  <a:cubicBezTo>
                    <a:pt x="7416800" y="1496060"/>
                    <a:pt x="7508240" y="1587500"/>
                    <a:pt x="7620000" y="1587500"/>
                  </a:cubicBezTo>
                  <a:lnTo>
                    <a:pt x="7620000" y="1875790"/>
                  </a:lnTo>
                  <a:cubicBezTo>
                    <a:pt x="7508240" y="1875790"/>
                    <a:pt x="7418070" y="1965960"/>
                    <a:pt x="7418070" y="2077720"/>
                  </a:cubicBezTo>
                  <a:cubicBezTo>
                    <a:pt x="7418070" y="2189480"/>
                    <a:pt x="7508239" y="2279650"/>
                    <a:pt x="7620000" y="2279650"/>
                  </a:cubicBezTo>
                  <a:lnTo>
                    <a:pt x="7620000" y="2567940"/>
                  </a:lnTo>
                  <a:cubicBezTo>
                    <a:pt x="7508240" y="2567940"/>
                    <a:pt x="7418070" y="2658110"/>
                    <a:pt x="7418070" y="2769870"/>
                  </a:cubicBezTo>
                  <a:cubicBezTo>
                    <a:pt x="7418070" y="2881630"/>
                    <a:pt x="7508240" y="2971800"/>
                    <a:pt x="7620000" y="2971800"/>
                  </a:cubicBezTo>
                  <a:lnTo>
                    <a:pt x="7620000" y="3260090"/>
                  </a:lnTo>
                  <a:cubicBezTo>
                    <a:pt x="7508240" y="3260090"/>
                    <a:pt x="7418070" y="3350260"/>
                    <a:pt x="7418070" y="3462020"/>
                  </a:cubicBezTo>
                  <a:lnTo>
                    <a:pt x="7129780" y="3462020"/>
                  </a:lnTo>
                  <a:cubicBezTo>
                    <a:pt x="7129780" y="3350260"/>
                    <a:pt x="7039610" y="3260090"/>
                    <a:pt x="6927849" y="3260090"/>
                  </a:cubicBezTo>
                  <a:cubicBezTo>
                    <a:pt x="6816089" y="3260090"/>
                    <a:pt x="6725919" y="3350260"/>
                    <a:pt x="6725919" y="3462020"/>
                  </a:cubicBezTo>
                  <a:lnTo>
                    <a:pt x="6437629" y="3462020"/>
                  </a:lnTo>
                  <a:cubicBezTo>
                    <a:pt x="6437629" y="3350260"/>
                    <a:pt x="6347459" y="3260090"/>
                    <a:pt x="6235699" y="3260090"/>
                  </a:cubicBezTo>
                  <a:cubicBezTo>
                    <a:pt x="6123939" y="3260090"/>
                    <a:pt x="6033769" y="3350260"/>
                    <a:pt x="6033769" y="3462020"/>
                  </a:cubicBezTo>
                  <a:lnTo>
                    <a:pt x="5745479" y="3462020"/>
                  </a:lnTo>
                  <a:cubicBezTo>
                    <a:pt x="5745479" y="3350260"/>
                    <a:pt x="5655309" y="3260090"/>
                    <a:pt x="5543549" y="3260090"/>
                  </a:cubicBezTo>
                  <a:cubicBezTo>
                    <a:pt x="5431789" y="3260090"/>
                    <a:pt x="5341619" y="3350260"/>
                    <a:pt x="5341619" y="3462020"/>
                  </a:cubicBezTo>
                  <a:lnTo>
                    <a:pt x="5053329" y="3462020"/>
                  </a:lnTo>
                  <a:cubicBezTo>
                    <a:pt x="5053329" y="3350260"/>
                    <a:pt x="4963159" y="3260090"/>
                    <a:pt x="4851399" y="3260090"/>
                  </a:cubicBezTo>
                  <a:cubicBezTo>
                    <a:pt x="4739639" y="3260090"/>
                    <a:pt x="4649469" y="3350260"/>
                    <a:pt x="4649469" y="3462020"/>
                  </a:cubicBezTo>
                  <a:lnTo>
                    <a:pt x="4361179" y="3462020"/>
                  </a:lnTo>
                  <a:cubicBezTo>
                    <a:pt x="4361179" y="3350260"/>
                    <a:pt x="4271009" y="3260090"/>
                    <a:pt x="4159249" y="3260090"/>
                  </a:cubicBezTo>
                  <a:cubicBezTo>
                    <a:pt x="4047489" y="3260090"/>
                    <a:pt x="3957319" y="3350260"/>
                    <a:pt x="3957319" y="3462020"/>
                  </a:cubicBezTo>
                  <a:lnTo>
                    <a:pt x="3669029" y="3462020"/>
                  </a:lnTo>
                  <a:cubicBezTo>
                    <a:pt x="3669029" y="3350260"/>
                    <a:pt x="3578859" y="3260090"/>
                    <a:pt x="3467099" y="3260090"/>
                  </a:cubicBezTo>
                  <a:cubicBezTo>
                    <a:pt x="3355339" y="3260090"/>
                    <a:pt x="3265169" y="3350260"/>
                    <a:pt x="3265169" y="3462020"/>
                  </a:cubicBezTo>
                  <a:lnTo>
                    <a:pt x="2976879" y="3462020"/>
                  </a:lnTo>
                  <a:cubicBezTo>
                    <a:pt x="2976879" y="3350260"/>
                    <a:pt x="2886709" y="3260090"/>
                    <a:pt x="2774949" y="3260090"/>
                  </a:cubicBezTo>
                  <a:cubicBezTo>
                    <a:pt x="2663189" y="3260090"/>
                    <a:pt x="2573019" y="3350260"/>
                    <a:pt x="2573019" y="3462020"/>
                  </a:cubicBezTo>
                  <a:lnTo>
                    <a:pt x="2284729" y="3462020"/>
                  </a:lnTo>
                  <a:cubicBezTo>
                    <a:pt x="2284729" y="3350260"/>
                    <a:pt x="2194559" y="3260090"/>
                    <a:pt x="2082799" y="3260090"/>
                  </a:cubicBezTo>
                  <a:cubicBezTo>
                    <a:pt x="1971039" y="3260090"/>
                    <a:pt x="1880869" y="3350260"/>
                    <a:pt x="1880869" y="3462020"/>
                  </a:cubicBezTo>
                  <a:lnTo>
                    <a:pt x="1587500" y="3462020"/>
                  </a:lnTo>
                  <a:cubicBezTo>
                    <a:pt x="1587500" y="3350260"/>
                    <a:pt x="1497330" y="3260090"/>
                    <a:pt x="1385570" y="3260090"/>
                  </a:cubicBezTo>
                  <a:cubicBezTo>
                    <a:pt x="1273810" y="3260090"/>
                    <a:pt x="1183640" y="3350260"/>
                    <a:pt x="1183640" y="3462020"/>
                  </a:cubicBezTo>
                  <a:lnTo>
                    <a:pt x="895350" y="3462020"/>
                  </a:lnTo>
                  <a:cubicBezTo>
                    <a:pt x="895350" y="3350260"/>
                    <a:pt x="805180" y="3260090"/>
                    <a:pt x="693420" y="3260090"/>
                  </a:cubicBezTo>
                  <a:cubicBezTo>
                    <a:pt x="581660" y="3260090"/>
                    <a:pt x="491490" y="3350260"/>
                    <a:pt x="491490" y="3462020"/>
                  </a:cubicBezTo>
                  <a:lnTo>
                    <a:pt x="201930" y="3462020"/>
                  </a:lnTo>
                  <a:cubicBezTo>
                    <a:pt x="201930" y="3350260"/>
                    <a:pt x="111760" y="3260090"/>
                    <a:pt x="0" y="3260090"/>
                  </a:cubicBezTo>
                  <a:lnTo>
                    <a:pt x="0" y="2971800"/>
                  </a:lnTo>
                  <a:cubicBezTo>
                    <a:pt x="111760" y="2971800"/>
                    <a:pt x="201930" y="2881630"/>
                    <a:pt x="201930" y="2769870"/>
                  </a:cubicBezTo>
                  <a:cubicBezTo>
                    <a:pt x="201930" y="2658110"/>
                    <a:pt x="111760" y="2567940"/>
                    <a:pt x="0" y="2567940"/>
                  </a:cubicBezTo>
                  <a:lnTo>
                    <a:pt x="0" y="2279650"/>
                  </a:lnTo>
                  <a:cubicBezTo>
                    <a:pt x="111760" y="2279650"/>
                    <a:pt x="201930" y="2189480"/>
                    <a:pt x="201930" y="2077720"/>
                  </a:cubicBezTo>
                  <a:cubicBezTo>
                    <a:pt x="201930" y="1965960"/>
                    <a:pt x="111760" y="1875790"/>
                    <a:pt x="0" y="1875790"/>
                  </a:cubicBezTo>
                  <a:lnTo>
                    <a:pt x="0" y="1587500"/>
                  </a:lnTo>
                  <a:cubicBezTo>
                    <a:pt x="111760" y="1587500"/>
                    <a:pt x="201930" y="1497330"/>
                    <a:pt x="201930" y="1385570"/>
                  </a:cubicBezTo>
                  <a:cubicBezTo>
                    <a:pt x="201930" y="1273810"/>
                    <a:pt x="111760" y="1183640"/>
                    <a:pt x="0" y="1183640"/>
                  </a:cubicBezTo>
                  <a:lnTo>
                    <a:pt x="0" y="895350"/>
                  </a:lnTo>
                  <a:cubicBezTo>
                    <a:pt x="111760" y="895350"/>
                    <a:pt x="201930" y="805180"/>
                    <a:pt x="201930" y="693420"/>
                  </a:cubicBezTo>
                  <a:cubicBezTo>
                    <a:pt x="201930" y="581660"/>
                    <a:pt x="111760" y="490220"/>
                    <a:pt x="0" y="490220"/>
                  </a:cubicBezTo>
                  <a:lnTo>
                    <a:pt x="0" y="201930"/>
                  </a:lnTo>
                  <a:cubicBezTo>
                    <a:pt x="111760" y="201930"/>
                    <a:pt x="201930" y="111760"/>
                    <a:pt x="201930" y="0"/>
                  </a:cubicBezTo>
                  <a:close/>
                </a:path>
              </a:pathLst>
            </a:custGeom>
            <a:solidFill>
              <a:srgbClr val="FFBE24"/>
            </a:solidFill>
          </p:spPr>
        </p:sp>
        <p:sp>
          <p:nvSpPr>
            <p:cNvPr name="Freeform 5" id="5"/>
            <p:cNvSpPr/>
            <p:nvPr/>
          </p:nvSpPr>
          <p:spPr>
            <a:xfrm flipH="false" flipV="false" rot="0">
              <a:off x="370840" y="370840"/>
              <a:ext cx="6878320" cy="2721610"/>
            </a:xfrm>
            <a:custGeom>
              <a:avLst/>
              <a:gdLst/>
              <a:ahLst/>
              <a:cxnLst/>
              <a:rect r="r" b="b" t="t" l="l"/>
              <a:pathLst>
                <a:path h="2721610" w="6878320">
                  <a:moveTo>
                    <a:pt x="0" y="0"/>
                  </a:moveTo>
                  <a:lnTo>
                    <a:pt x="0" y="2721610"/>
                  </a:lnTo>
                  <a:lnTo>
                    <a:pt x="6878320" y="2721610"/>
                  </a:lnTo>
                  <a:lnTo>
                    <a:pt x="6878320" y="0"/>
                  </a:lnTo>
                  <a:lnTo>
                    <a:pt x="0" y="0"/>
                  </a:lnTo>
                  <a:close/>
                  <a:moveTo>
                    <a:pt x="113030" y="2608580"/>
                  </a:moveTo>
                  <a:lnTo>
                    <a:pt x="113030" y="113030"/>
                  </a:lnTo>
                  <a:lnTo>
                    <a:pt x="6765290" y="113030"/>
                  </a:lnTo>
                  <a:lnTo>
                    <a:pt x="6765290" y="2608580"/>
                  </a:lnTo>
                  <a:lnTo>
                    <a:pt x="113030" y="2608580"/>
                  </a:lnTo>
                  <a:close/>
                </a:path>
              </a:pathLst>
            </a:custGeom>
            <a:solidFill>
              <a:srgbClr val="D64946"/>
            </a:solidFill>
          </p:spPr>
        </p:sp>
      </p:grpSp>
      <p:sp>
        <p:nvSpPr>
          <p:cNvPr name="Freeform 6" id="6"/>
          <p:cNvSpPr/>
          <p:nvPr/>
        </p:nvSpPr>
        <p:spPr>
          <a:xfrm flipH="false" flipV="false" rot="-638964">
            <a:off x="138013" y="-495875"/>
            <a:ext cx="3242321" cy="3547481"/>
          </a:xfrm>
          <a:custGeom>
            <a:avLst/>
            <a:gdLst/>
            <a:ahLst/>
            <a:cxnLst/>
            <a:rect r="r" b="b" t="t" l="l"/>
            <a:pathLst>
              <a:path h="3547481" w="3242321">
                <a:moveTo>
                  <a:pt x="0" y="0"/>
                </a:moveTo>
                <a:lnTo>
                  <a:pt x="3242321" y="0"/>
                </a:lnTo>
                <a:lnTo>
                  <a:pt x="3242321" y="3547481"/>
                </a:lnTo>
                <a:lnTo>
                  <a:pt x="0" y="3547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130725" y="5559789"/>
            <a:ext cx="4789404" cy="5354009"/>
          </a:xfrm>
          <a:custGeom>
            <a:avLst/>
            <a:gdLst/>
            <a:ahLst/>
            <a:cxnLst/>
            <a:rect r="r" b="b" t="t" l="l"/>
            <a:pathLst>
              <a:path h="5354009" w="4789404">
                <a:moveTo>
                  <a:pt x="0" y="0"/>
                </a:moveTo>
                <a:lnTo>
                  <a:pt x="4789405" y="0"/>
                </a:lnTo>
                <a:lnTo>
                  <a:pt x="4789405" y="5354008"/>
                </a:lnTo>
                <a:lnTo>
                  <a:pt x="0" y="53540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5596555" y="-622841"/>
            <a:ext cx="3325491" cy="3303082"/>
          </a:xfrm>
          <a:custGeom>
            <a:avLst/>
            <a:gdLst/>
            <a:ahLst/>
            <a:cxnLst/>
            <a:rect r="r" b="b" t="t" l="l"/>
            <a:pathLst>
              <a:path h="3303082" w="3325491">
                <a:moveTo>
                  <a:pt x="0" y="0"/>
                </a:moveTo>
                <a:lnTo>
                  <a:pt x="3325490" y="0"/>
                </a:lnTo>
                <a:lnTo>
                  <a:pt x="3325490" y="3303082"/>
                </a:lnTo>
                <a:lnTo>
                  <a:pt x="0" y="33030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72361">
            <a:off x="379007" y="7491784"/>
            <a:ext cx="3860862" cy="2899523"/>
          </a:xfrm>
          <a:custGeom>
            <a:avLst/>
            <a:gdLst/>
            <a:ahLst/>
            <a:cxnLst/>
            <a:rect r="r" b="b" t="t" l="l"/>
            <a:pathLst>
              <a:path h="2899523" w="3860862">
                <a:moveTo>
                  <a:pt x="0" y="0"/>
                </a:moveTo>
                <a:lnTo>
                  <a:pt x="3860862" y="0"/>
                </a:lnTo>
                <a:lnTo>
                  <a:pt x="3860862" y="2899523"/>
                </a:lnTo>
                <a:lnTo>
                  <a:pt x="0" y="28995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0531634" y="6473224"/>
            <a:ext cx="2800799" cy="4559580"/>
          </a:xfrm>
          <a:custGeom>
            <a:avLst/>
            <a:gdLst/>
            <a:ahLst/>
            <a:cxnLst/>
            <a:rect r="r" b="b" t="t" l="l"/>
            <a:pathLst>
              <a:path h="4559580" w="2800799">
                <a:moveTo>
                  <a:pt x="0" y="0"/>
                </a:moveTo>
                <a:lnTo>
                  <a:pt x="2800798" y="0"/>
                </a:lnTo>
                <a:lnTo>
                  <a:pt x="2800798" y="4559580"/>
                </a:lnTo>
                <a:lnTo>
                  <a:pt x="0" y="45595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480313">
            <a:off x="1764956" y="3322960"/>
            <a:ext cx="13889623" cy="2343083"/>
          </a:xfrm>
          <a:prstGeom prst="rect">
            <a:avLst/>
          </a:prstGeom>
        </p:spPr>
        <p:txBody>
          <a:bodyPr anchor="t" rtlCol="false" tIns="0" lIns="0" bIns="0" rIns="0">
            <a:spAutoFit/>
          </a:bodyPr>
          <a:lstStyle/>
          <a:p>
            <a:pPr algn="ctr">
              <a:lnSpc>
                <a:spcPts val="17846"/>
              </a:lnSpc>
            </a:pPr>
            <a:r>
              <a:rPr lang="en-US" sz="16996">
                <a:solidFill>
                  <a:srgbClr val="713935"/>
                </a:solidFill>
                <a:latin typeface="Berthold Block"/>
                <a:ea typeface="Berthold Block"/>
                <a:cs typeface="Berthold Block"/>
                <a:sym typeface="Berthold Block"/>
              </a:rPr>
              <a:t>MOVIE PROJECT</a:t>
            </a:r>
          </a:p>
        </p:txBody>
      </p:sp>
      <p:sp>
        <p:nvSpPr>
          <p:cNvPr name="TextBox 12" id="12"/>
          <p:cNvSpPr txBox="true"/>
          <p:nvPr/>
        </p:nvSpPr>
        <p:spPr>
          <a:xfrm rot="-464530">
            <a:off x="4598629" y="5794270"/>
            <a:ext cx="8180268" cy="561975"/>
          </a:xfrm>
          <a:prstGeom prst="rect">
            <a:avLst/>
          </a:prstGeom>
        </p:spPr>
        <p:txBody>
          <a:bodyPr anchor="t" rtlCol="false" tIns="0" lIns="0" bIns="0" rIns="0">
            <a:spAutoFit/>
          </a:bodyPr>
          <a:lstStyle/>
          <a:p>
            <a:pPr algn="ctr">
              <a:lnSpc>
                <a:spcPts val="4200"/>
              </a:lnSpc>
              <a:spcBef>
                <a:spcPct val="0"/>
              </a:spcBef>
            </a:pPr>
            <a:r>
              <a:rPr lang="en-US" sz="4000">
                <a:solidFill>
                  <a:srgbClr val="4C4C4C"/>
                </a:solidFill>
                <a:latin typeface="TT Fors"/>
                <a:ea typeface="TT Fors"/>
                <a:cs typeface="TT Fors"/>
                <a:sym typeface="TT Fors"/>
              </a:rPr>
              <a:t>Presented By: Group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61625" y="1028700"/>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6">
              <a:extLst>
                <a:ext uri="{96DAC541-7B7A-43D3-8B79-37D633B846F1}">
                  <asvg:svgBlip xmlns:asvg="http://schemas.microsoft.com/office/drawing/2016/SVG/main" r:embed="rId7"/>
                </a:ext>
              </a:extLst>
            </a:blip>
            <a:stretch>
              <a:fillRect l="-64850" t="0" r="-12114" b="-337474"/>
            </a:stretch>
          </a:blipFill>
        </p:spPr>
      </p:sp>
      <p:sp>
        <p:nvSpPr>
          <p:cNvPr name="TextBox 9" id="9"/>
          <p:cNvSpPr txBox="true"/>
          <p:nvPr/>
        </p:nvSpPr>
        <p:spPr>
          <a:xfrm rot="0">
            <a:off x="2007635" y="1840863"/>
            <a:ext cx="8559631"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OUR TEAM</a:t>
            </a:r>
          </a:p>
        </p:txBody>
      </p:sp>
      <p:sp>
        <p:nvSpPr>
          <p:cNvPr name="Freeform 10" id="10"/>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9454810" y="4311650"/>
            <a:ext cx="4402625" cy="1219200"/>
          </a:xfrm>
          <a:prstGeom prst="rect">
            <a:avLst/>
          </a:prstGeom>
        </p:spPr>
        <p:txBody>
          <a:bodyPr anchor="t" rtlCol="false" tIns="0" lIns="0" bIns="0" rIns="0">
            <a:spAutoFit/>
          </a:bodyPr>
          <a:lstStyle/>
          <a:p>
            <a:pPr algn="r">
              <a:lnSpc>
                <a:spcPts val="9750"/>
              </a:lnSpc>
            </a:pPr>
            <a:r>
              <a:rPr lang="en-US" sz="7500">
                <a:solidFill>
                  <a:srgbClr val="4C4C4C"/>
                </a:solidFill>
                <a:latin typeface="TT Fors"/>
                <a:ea typeface="TT Fors"/>
                <a:cs typeface="TT Fors"/>
                <a:sym typeface="TT Fors"/>
              </a:rPr>
              <a:t>Mark Kim</a:t>
            </a:r>
          </a:p>
        </p:txBody>
      </p:sp>
      <p:sp>
        <p:nvSpPr>
          <p:cNvPr name="TextBox 13" id="13"/>
          <p:cNvSpPr txBox="true"/>
          <p:nvPr/>
        </p:nvSpPr>
        <p:spPr>
          <a:xfrm rot="0">
            <a:off x="2007635" y="3251200"/>
            <a:ext cx="7447175" cy="1219200"/>
          </a:xfrm>
          <a:prstGeom prst="rect">
            <a:avLst/>
          </a:prstGeom>
        </p:spPr>
        <p:txBody>
          <a:bodyPr anchor="t" rtlCol="false" tIns="0" lIns="0" bIns="0" rIns="0">
            <a:spAutoFit/>
          </a:bodyPr>
          <a:lstStyle/>
          <a:p>
            <a:pPr algn="l">
              <a:lnSpc>
                <a:spcPts val="9750"/>
              </a:lnSpc>
            </a:pPr>
            <a:r>
              <a:rPr lang="en-US" sz="7500">
                <a:solidFill>
                  <a:srgbClr val="4C4C4C"/>
                </a:solidFill>
                <a:latin typeface="TT Fors"/>
                <a:ea typeface="TT Fors"/>
                <a:cs typeface="TT Fors"/>
                <a:sym typeface="TT Fors"/>
              </a:rPr>
              <a:t>Timofei Semenov</a:t>
            </a:r>
          </a:p>
        </p:txBody>
      </p:sp>
      <p:sp>
        <p:nvSpPr>
          <p:cNvPr name="TextBox 14" id="14"/>
          <p:cNvSpPr txBox="true"/>
          <p:nvPr/>
        </p:nvSpPr>
        <p:spPr>
          <a:xfrm rot="0">
            <a:off x="2007635" y="5829300"/>
            <a:ext cx="7447175" cy="1219200"/>
          </a:xfrm>
          <a:prstGeom prst="rect">
            <a:avLst/>
          </a:prstGeom>
        </p:spPr>
        <p:txBody>
          <a:bodyPr anchor="t" rtlCol="false" tIns="0" lIns="0" bIns="0" rIns="0">
            <a:spAutoFit/>
          </a:bodyPr>
          <a:lstStyle/>
          <a:p>
            <a:pPr algn="l">
              <a:lnSpc>
                <a:spcPts val="9750"/>
              </a:lnSpc>
            </a:pPr>
            <a:r>
              <a:rPr lang="en-US" sz="7500">
                <a:solidFill>
                  <a:srgbClr val="4C4C4C"/>
                </a:solidFill>
                <a:latin typeface="TT Fors"/>
                <a:ea typeface="TT Fors"/>
                <a:cs typeface="TT Fors"/>
                <a:sym typeface="TT Fors"/>
              </a:rPr>
              <a:t>Reynard Milson</a:t>
            </a:r>
          </a:p>
        </p:txBody>
      </p:sp>
      <p:sp>
        <p:nvSpPr>
          <p:cNvPr name="TextBox 15" id="15"/>
          <p:cNvSpPr txBox="true"/>
          <p:nvPr/>
        </p:nvSpPr>
        <p:spPr>
          <a:xfrm rot="0">
            <a:off x="7600951" y="7343775"/>
            <a:ext cx="6256484" cy="1219200"/>
          </a:xfrm>
          <a:prstGeom prst="rect">
            <a:avLst/>
          </a:prstGeom>
        </p:spPr>
        <p:txBody>
          <a:bodyPr anchor="t" rtlCol="false" tIns="0" lIns="0" bIns="0" rIns="0">
            <a:spAutoFit/>
          </a:bodyPr>
          <a:lstStyle/>
          <a:p>
            <a:pPr algn="r">
              <a:lnSpc>
                <a:spcPts val="9750"/>
              </a:lnSpc>
            </a:pPr>
            <a:r>
              <a:rPr lang="en-US" sz="7500">
                <a:solidFill>
                  <a:srgbClr val="4C4C4C"/>
                </a:solidFill>
                <a:latin typeface="TT Fors"/>
                <a:ea typeface="TT Fors"/>
                <a:cs typeface="TT Fors"/>
                <a:sym typeface="TT Fors"/>
              </a:rPr>
              <a:t>Khang Huynh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6">
              <a:extLst>
                <a:ext uri="{96DAC541-7B7A-43D3-8B79-37D633B846F1}">
                  <asvg:svgBlip xmlns:asvg="http://schemas.microsoft.com/office/drawing/2016/SVG/main" r:embed="rId7"/>
                </a:ext>
              </a:extLst>
            </a:blip>
            <a:stretch>
              <a:fillRect l="-64850" t="0" r="-12114" b="-337474"/>
            </a:stretch>
          </a:blipFill>
        </p:spPr>
      </p:sp>
      <p:sp>
        <p:nvSpPr>
          <p:cNvPr name="TextBox 9" id="9"/>
          <p:cNvSpPr txBox="true"/>
          <p:nvPr/>
        </p:nvSpPr>
        <p:spPr>
          <a:xfrm rot="0">
            <a:off x="2007635" y="1840863"/>
            <a:ext cx="8559631"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INTRODUCTION</a:t>
            </a:r>
          </a:p>
        </p:txBody>
      </p:sp>
      <p:sp>
        <p:nvSpPr>
          <p:cNvPr name="TextBox 10" id="10"/>
          <p:cNvSpPr txBox="true"/>
          <p:nvPr/>
        </p:nvSpPr>
        <p:spPr>
          <a:xfrm rot="0">
            <a:off x="2007635" y="3522760"/>
            <a:ext cx="11555432" cy="4943475"/>
          </a:xfrm>
          <a:prstGeom prst="rect">
            <a:avLst/>
          </a:prstGeom>
        </p:spPr>
        <p:txBody>
          <a:bodyPr anchor="t" rtlCol="false" tIns="0" lIns="0" bIns="0" rIns="0">
            <a:spAutoFit/>
          </a:bodyPr>
          <a:lstStyle/>
          <a:p>
            <a:pPr algn="l">
              <a:lnSpc>
                <a:spcPts val="3900"/>
              </a:lnSpc>
            </a:pPr>
            <a:r>
              <a:rPr lang="en-US" sz="3000">
                <a:solidFill>
                  <a:srgbClr val="4C4C4C"/>
                </a:solidFill>
                <a:latin typeface="TT Fors"/>
                <a:ea typeface="TT Fors"/>
                <a:cs typeface="TT Fors"/>
                <a:sym typeface="TT Fors"/>
              </a:rPr>
              <a:t>Our team structured its effort to directly align with the project's Service-Oriented Architecture, requiring a dedicated focus on specialized areas. This collaborative approach involved one part of the team concentrating exclusively on developing the secure Authentication Service and the intricate JWT token flow. At the same time, the other managed the scalable Movies Service API and the complete frontend view layer. This clear division of labour was fundamental to overcoming the inherent complexities of building a distributed system, ensuring the seamless integration and high-level security of all independent services.</a:t>
            </a:r>
          </a:p>
        </p:txBody>
      </p:sp>
      <p:sp>
        <p:nvSpPr>
          <p:cNvPr name="Freeform 11" id="11"/>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3174361" y="3686293"/>
            <a:ext cx="10842137" cy="1971675"/>
          </a:xfrm>
          <a:prstGeom prst="rect">
            <a:avLst/>
          </a:prstGeom>
        </p:spPr>
        <p:txBody>
          <a:bodyPr anchor="t" rtlCol="false" tIns="0" lIns="0" bIns="0" rIns="0">
            <a:spAutoFit/>
          </a:bodyPr>
          <a:lstStyle/>
          <a:p>
            <a:pPr algn="l">
              <a:lnSpc>
                <a:spcPts val="3900"/>
              </a:lnSpc>
            </a:pPr>
            <a:r>
              <a:rPr lang="en-US" sz="3000">
                <a:solidFill>
                  <a:srgbClr val="4C4C4C"/>
                </a:solidFill>
                <a:latin typeface="TT Fors"/>
                <a:ea typeface="TT Fors"/>
                <a:cs typeface="TT Fors"/>
                <a:sym typeface="TT Fors"/>
              </a:rPr>
              <a:t>Empower users to create and manage a personal movie library. This involves features allowing users to register, log in, and perform full CRUD (Create, Read, Update, Delete) operations on their own movie entries.</a:t>
            </a:r>
          </a:p>
        </p:txBody>
      </p:sp>
      <p:sp>
        <p:nvSpPr>
          <p:cNvPr name="TextBox 10" id="10"/>
          <p:cNvSpPr txBox="true"/>
          <p:nvPr/>
        </p:nvSpPr>
        <p:spPr>
          <a:xfrm rot="0">
            <a:off x="3174361" y="5975468"/>
            <a:ext cx="10842137" cy="2466975"/>
          </a:xfrm>
          <a:prstGeom prst="rect">
            <a:avLst/>
          </a:prstGeom>
        </p:spPr>
        <p:txBody>
          <a:bodyPr anchor="t" rtlCol="false" tIns="0" lIns="0" bIns="0" rIns="0">
            <a:spAutoFit/>
          </a:bodyPr>
          <a:lstStyle/>
          <a:p>
            <a:pPr algn="l">
              <a:lnSpc>
                <a:spcPts val="3900"/>
              </a:lnSpc>
            </a:pPr>
            <a:r>
              <a:rPr lang="en-US" sz="3000">
                <a:solidFill>
                  <a:srgbClr val="4C4C4C"/>
                </a:solidFill>
                <a:latin typeface="TT Fors"/>
                <a:ea typeface="TT Fors"/>
                <a:cs typeface="TT Fors"/>
                <a:sym typeface="TT Fors"/>
              </a:rPr>
              <a:t>Provide a collaborative and searchable movie discovery platform. This allows any visitor to browse, search (by title or description), and filter (by genre or year) the entire database of movies contributed by all users, making it a community-driven discovery tool.</a:t>
            </a:r>
          </a:p>
        </p:txBody>
      </p:sp>
      <p:sp>
        <p:nvSpPr>
          <p:cNvPr name="TextBox 11" id="11"/>
          <p:cNvSpPr txBox="true"/>
          <p:nvPr/>
        </p:nvSpPr>
        <p:spPr>
          <a:xfrm rot="0">
            <a:off x="2007635" y="1840863"/>
            <a:ext cx="8559631"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PROJECT GOALS</a:t>
            </a:r>
          </a:p>
        </p:txBody>
      </p:sp>
      <p:sp>
        <p:nvSpPr>
          <p:cNvPr name="TextBox 12" id="12"/>
          <p:cNvSpPr txBox="true"/>
          <p:nvPr/>
        </p:nvSpPr>
        <p:spPr>
          <a:xfrm rot="0">
            <a:off x="2007635" y="3907200"/>
            <a:ext cx="819926" cy="1437785"/>
          </a:xfrm>
          <a:prstGeom prst="rect">
            <a:avLst/>
          </a:prstGeom>
        </p:spPr>
        <p:txBody>
          <a:bodyPr anchor="t" rtlCol="false" tIns="0" lIns="0" bIns="0" rIns="0">
            <a:spAutoFit/>
          </a:bodyPr>
          <a:lstStyle/>
          <a:p>
            <a:pPr algn="l">
              <a:lnSpc>
                <a:spcPts val="10997"/>
              </a:lnSpc>
            </a:pPr>
            <a:r>
              <a:rPr lang="en-US" sz="10474">
                <a:solidFill>
                  <a:srgbClr val="D54946"/>
                </a:solidFill>
                <a:latin typeface="Berthold Block"/>
                <a:ea typeface="Berthold Block"/>
                <a:cs typeface="Berthold Block"/>
                <a:sym typeface="Berthold Block"/>
              </a:rPr>
              <a:t>1</a:t>
            </a:r>
          </a:p>
        </p:txBody>
      </p:sp>
      <p:sp>
        <p:nvSpPr>
          <p:cNvPr name="TextBox 13" id="13"/>
          <p:cNvSpPr txBox="true"/>
          <p:nvPr/>
        </p:nvSpPr>
        <p:spPr>
          <a:xfrm rot="0">
            <a:off x="2007635" y="6196375"/>
            <a:ext cx="819926" cy="1437785"/>
          </a:xfrm>
          <a:prstGeom prst="rect">
            <a:avLst/>
          </a:prstGeom>
        </p:spPr>
        <p:txBody>
          <a:bodyPr anchor="t" rtlCol="false" tIns="0" lIns="0" bIns="0" rIns="0">
            <a:spAutoFit/>
          </a:bodyPr>
          <a:lstStyle/>
          <a:p>
            <a:pPr algn="l">
              <a:lnSpc>
                <a:spcPts val="10997"/>
              </a:lnSpc>
            </a:pPr>
            <a:r>
              <a:rPr lang="en-US" sz="10474">
                <a:solidFill>
                  <a:srgbClr val="D54946"/>
                </a:solidFill>
                <a:latin typeface="Berthold Block"/>
                <a:ea typeface="Berthold Block"/>
                <a:cs typeface="Berthold Block"/>
                <a:sym typeface="Berthold Block"/>
              </a:rPr>
              <a:t>2</a:t>
            </a:r>
          </a:p>
        </p:txBody>
      </p:sp>
      <p:sp>
        <p:nvSpPr>
          <p:cNvPr name="Freeform 14" id="14"/>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5" id="15"/>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969972" y="4045362"/>
            <a:ext cx="5053439" cy="1136650"/>
          </a:xfrm>
          <a:prstGeom prst="rect">
            <a:avLst/>
          </a:prstGeom>
        </p:spPr>
        <p:txBody>
          <a:bodyPr anchor="t" rtlCol="false" tIns="0" lIns="0" bIns="0" rIns="0">
            <a:spAutoFit/>
          </a:bodyPr>
          <a:lstStyle/>
          <a:p>
            <a:pPr algn="l">
              <a:lnSpc>
                <a:spcPts val="4550"/>
              </a:lnSpc>
            </a:pPr>
            <a:r>
              <a:rPr lang="en-US" sz="3500">
                <a:solidFill>
                  <a:srgbClr val="4C4C4C"/>
                </a:solidFill>
                <a:latin typeface="TT Fors"/>
                <a:ea typeface="TT Fors"/>
                <a:cs typeface="TT Fors"/>
                <a:sym typeface="TT Fors"/>
              </a:rPr>
              <a:t> Complete User Authentication</a:t>
            </a:r>
          </a:p>
        </p:txBody>
      </p:sp>
      <p:sp>
        <p:nvSpPr>
          <p:cNvPr name="TextBox 10" id="10"/>
          <p:cNvSpPr txBox="true"/>
          <p:nvPr/>
        </p:nvSpPr>
        <p:spPr>
          <a:xfrm rot="0">
            <a:off x="9533037" y="4045362"/>
            <a:ext cx="5053439" cy="1136650"/>
          </a:xfrm>
          <a:prstGeom prst="rect">
            <a:avLst/>
          </a:prstGeom>
        </p:spPr>
        <p:txBody>
          <a:bodyPr anchor="t" rtlCol="false" tIns="0" lIns="0" bIns="0" rIns="0">
            <a:spAutoFit/>
          </a:bodyPr>
          <a:lstStyle/>
          <a:p>
            <a:pPr algn="l">
              <a:lnSpc>
                <a:spcPts val="4550"/>
              </a:lnSpc>
            </a:pPr>
            <a:r>
              <a:rPr lang="en-US" sz="3500">
                <a:solidFill>
                  <a:srgbClr val="4C4C4C"/>
                </a:solidFill>
                <a:latin typeface="TT Fors"/>
                <a:ea typeface="TT Fors"/>
                <a:cs typeface="TT Fors"/>
                <a:sym typeface="TT Fors"/>
              </a:rPr>
              <a:t>Advanced Movie Discovery</a:t>
            </a:r>
          </a:p>
        </p:txBody>
      </p:sp>
      <p:sp>
        <p:nvSpPr>
          <p:cNvPr name="TextBox 11" id="11"/>
          <p:cNvSpPr txBox="true"/>
          <p:nvPr/>
        </p:nvSpPr>
        <p:spPr>
          <a:xfrm rot="0">
            <a:off x="3070217" y="6234475"/>
            <a:ext cx="5053439" cy="1136650"/>
          </a:xfrm>
          <a:prstGeom prst="rect">
            <a:avLst/>
          </a:prstGeom>
        </p:spPr>
        <p:txBody>
          <a:bodyPr anchor="t" rtlCol="false" tIns="0" lIns="0" bIns="0" rIns="0">
            <a:spAutoFit/>
          </a:bodyPr>
          <a:lstStyle/>
          <a:p>
            <a:pPr algn="l">
              <a:lnSpc>
                <a:spcPts val="4550"/>
              </a:lnSpc>
            </a:pPr>
            <a:r>
              <a:rPr lang="en-US" sz="3500">
                <a:solidFill>
                  <a:srgbClr val="4C4C4C"/>
                </a:solidFill>
                <a:latin typeface="TT Fors"/>
                <a:ea typeface="TT Fors"/>
                <a:cs typeface="TT Fors"/>
                <a:sym typeface="TT Fors"/>
              </a:rPr>
              <a:t>Personal Movie Library Management</a:t>
            </a:r>
          </a:p>
        </p:txBody>
      </p:sp>
      <p:sp>
        <p:nvSpPr>
          <p:cNvPr name="TextBox 12" id="12"/>
          <p:cNvSpPr txBox="true"/>
          <p:nvPr/>
        </p:nvSpPr>
        <p:spPr>
          <a:xfrm rot="0">
            <a:off x="9424362" y="6234475"/>
            <a:ext cx="5053439" cy="1136650"/>
          </a:xfrm>
          <a:prstGeom prst="rect">
            <a:avLst/>
          </a:prstGeom>
        </p:spPr>
        <p:txBody>
          <a:bodyPr anchor="t" rtlCol="false" tIns="0" lIns="0" bIns="0" rIns="0">
            <a:spAutoFit/>
          </a:bodyPr>
          <a:lstStyle/>
          <a:p>
            <a:pPr algn="l">
              <a:lnSpc>
                <a:spcPts val="4550"/>
              </a:lnSpc>
            </a:pPr>
            <a:r>
              <a:rPr lang="en-US" sz="3500">
                <a:solidFill>
                  <a:srgbClr val="4C4C4C"/>
                </a:solidFill>
                <a:latin typeface="TT Fors"/>
                <a:ea typeface="TT Fors"/>
                <a:cs typeface="TT Fors"/>
                <a:sym typeface="TT Fors"/>
              </a:rPr>
              <a:t>Scalable Microservices Architecture</a:t>
            </a:r>
          </a:p>
        </p:txBody>
      </p:sp>
      <p:sp>
        <p:nvSpPr>
          <p:cNvPr name="TextBox 13" id="13"/>
          <p:cNvSpPr txBox="true"/>
          <p:nvPr/>
        </p:nvSpPr>
        <p:spPr>
          <a:xfrm rot="0">
            <a:off x="2007635" y="3990044"/>
            <a:ext cx="819926" cy="1437785"/>
          </a:xfrm>
          <a:prstGeom prst="rect">
            <a:avLst/>
          </a:prstGeom>
        </p:spPr>
        <p:txBody>
          <a:bodyPr anchor="t" rtlCol="false" tIns="0" lIns="0" bIns="0" rIns="0">
            <a:spAutoFit/>
          </a:bodyPr>
          <a:lstStyle/>
          <a:p>
            <a:pPr algn="l">
              <a:lnSpc>
                <a:spcPts val="10997"/>
              </a:lnSpc>
            </a:pPr>
            <a:r>
              <a:rPr lang="en-US" sz="10474">
                <a:solidFill>
                  <a:srgbClr val="D54946"/>
                </a:solidFill>
                <a:latin typeface="Berthold Block"/>
                <a:ea typeface="Berthold Block"/>
                <a:cs typeface="Berthold Block"/>
                <a:sym typeface="Berthold Block"/>
              </a:rPr>
              <a:t>1</a:t>
            </a:r>
          </a:p>
        </p:txBody>
      </p:sp>
      <p:sp>
        <p:nvSpPr>
          <p:cNvPr name="TextBox 14" id="14"/>
          <p:cNvSpPr txBox="true"/>
          <p:nvPr/>
        </p:nvSpPr>
        <p:spPr>
          <a:xfrm rot="0">
            <a:off x="8366311" y="3950112"/>
            <a:ext cx="819926" cy="1437785"/>
          </a:xfrm>
          <a:prstGeom prst="rect">
            <a:avLst/>
          </a:prstGeom>
        </p:spPr>
        <p:txBody>
          <a:bodyPr anchor="t" rtlCol="false" tIns="0" lIns="0" bIns="0" rIns="0">
            <a:spAutoFit/>
          </a:bodyPr>
          <a:lstStyle/>
          <a:p>
            <a:pPr algn="l">
              <a:lnSpc>
                <a:spcPts val="10997"/>
              </a:lnSpc>
            </a:pPr>
            <a:r>
              <a:rPr lang="en-US" sz="10474">
                <a:solidFill>
                  <a:srgbClr val="D54946"/>
                </a:solidFill>
                <a:latin typeface="Berthold Block"/>
                <a:ea typeface="Berthold Block"/>
                <a:cs typeface="Berthold Block"/>
                <a:sym typeface="Berthold Block"/>
              </a:rPr>
              <a:t>3</a:t>
            </a:r>
          </a:p>
        </p:txBody>
      </p:sp>
      <p:sp>
        <p:nvSpPr>
          <p:cNvPr name="TextBox 15" id="15"/>
          <p:cNvSpPr txBox="true"/>
          <p:nvPr/>
        </p:nvSpPr>
        <p:spPr>
          <a:xfrm rot="0">
            <a:off x="2007635" y="6179158"/>
            <a:ext cx="819926" cy="1437785"/>
          </a:xfrm>
          <a:prstGeom prst="rect">
            <a:avLst/>
          </a:prstGeom>
        </p:spPr>
        <p:txBody>
          <a:bodyPr anchor="t" rtlCol="false" tIns="0" lIns="0" bIns="0" rIns="0">
            <a:spAutoFit/>
          </a:bodyPr>
          <a:lstStyle/>
          <a:p>
            <a:pPr algn="l">
              <a:lnSpc>
                <a:spcPts val="10997"/>
              </a:lnSpc>
            </a:pPr>
            <a:r>
              <a:rPr lang="en-US" sz="10474">
                <a:solidFill>
                  <a:srgbClr val="D54946"/>
                </a:solidFill>
                <a:latin typeface="Berthold Block"/>
                <a:ea typeface="Berthold Block"/>
                <a:cs typeface="Berthold Block"/>
                <a:sym typeface="Berthold Block"/>
              </a:rPr>
              <a:t>2</a:t>
            </a:r>
          </a:p>
        </p:txBody>
      </p:sp>
      <p:sp>
        <p:nvSpPr>
          <p:cNvPr name="TextBox 16" id="16"/>
          <p:cNvSpPr txBox="true"/>
          <p:nvPr/>
        </p:nvSpPr>
        <p:spPr>
          <a:xfrm rot="0">
            <a:off x="8366311" y="6139225"/>
            <a:ext cx="819926" cy="1437785"/>
          </a:xfrm>
          <a:prstGeom prst="rect">
            <a:avLst/>
          </a:prstGeom>
        </p:spPr>
        <p:txBody>
          <a:bodyPr anchor="t" rtlCol="false" tIns="0" lIns="0" bIns="0" rIns="0">
            <a:spAutoFit/>
          </a:bodyPr>
          <a:lstStyle/>
          <a:p>
            <a:pPr algn="l">
              <a:lnSpc>
                <a:spcPts val="10997"/>
              </a:lnSpc>
            </a:pPr>
            <a:r>
              <a:rPr lang="en-US" sz="10474">
                <a:solidFill>
                  <a:srgbClr val="D54946"/>
                </a:solidFill>
                <a:latin typeface="Berthold Block"/>
                <a:ea typeface="Berthold Block"/>
                <a:cs typeface="Berthold Block"/>
                <a:sym typeface="Berthold Block"/>
              </a:rPr>
              <a:t>4</a:t>
            </a:r>
          </a:p>
        </p:txBody>
      </p:sp>
      <p:sp>
        <p:nvSpPr>
          <p:cNvPr name="TextBox 17" id="17"/>
          <p:cNvSpPr txBox="true"/>
          <p:nvPr/>
        </p:nvSpPr>
        <p:spPr>
          <a:xfrm rot="0">
            <a:off x="2007635" y="1840863"/>
            <a:ext cx="8559631"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KEY FEATURES</a:t>
            </a:r>
          </a:p>
        </p:txBody>
      </p:sp>
      <p:sp>
        <p:nvSpPr>
          <p:cNvPr name="Freeform 18" id="18"/>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28700" y="82756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714277" y="1703040"/>
            <a:ext cx="11304069"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TECHNOLOGIES USED</a:t>
            </a:r>
          </a:p>
        </p:txBody>
      </p:sp>
      <p:sp>
        <p:nvSpPr>
          <p:cNvPr name="Freeform 10" id="10"/>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12" id="12"/>
          <p:cNvGrpSpPr/>
          <p:nvPr/>
        </p:nvGrpSpPr>
        <p:grpSpPr>
          <a:xfrm rot="0">
            <a:off x="5477388" y="3569450"/>
            <a:ext cx="5777845" cy="941714"/>
            <a:chOff x="0" y="0"/>
            <a:chExt cx="635000" cy="103497"/>
          </a:xfrm>
        </p:grpSpPr>
        <p:sp>
          <p:nvSpPr>
            <p:cNvPr name="Freeform 13" id="13"/>
            <p:cNvSpPr/>
            <p:nvPr/>
          </p:nvSpPr>
          <p:spPr>
            <a:xfrm flipH="false" flipV="false" rot="0">
              <a:off x="0" y="0"/>
              <a:ext cx="635000" cy="103497"/>
            </a:xfrm>
            <a:custGeom>
              <a:avLst/>
              <a:gdLst/>
              <a:ahLst/>
              <a:cxnLst/>
              <a:rect r="r" b="b" t="t" l="l"/>
              <a:pathLst>
                <a:path h="103497" w="635000">
                  <a:moveTo>
                    <a:pt x="25400" y="0"/>
                  </a:moveTo>
                  <a:lnTo>
                    <a:pt x="609600" y="0"/>
                  </a:lnTo>
                  <a:cubicBezTo>
                    <a:pt x="623628" y="0"/>
                    <a:pt x="635000" y="11372"/>
                    <a:pt x="635000" y="25400"/>
                  </a:cubicBezTo>
                  <a:lnTo>
                    <a:pt x="635000" y="78097"/>
                  </a:lnTo>
                  <a:cubicBezTo>
                    <a:pt x="635000" y="92125"/>
                    <a:pt x="623628" y="103497"/>
                    <a:pt x="609600" y="103497"/>
                  </a:cubicBezTo>
                  <a:lnTo>
                    <a:pt x="25400" y="103497"/>
                  </a:lnTo>
                  <a:cubicBezTo>
                    <a:pt x="18664" y="103497"/>
                    <a:pt x="12203" y="100821"/>
                    <a:pt x="7439" y="96057"/>
                  </a:cubicBezTo>
                  <a:cubicBezTo>
                    <a:pt x="2676" y="91294"/>
                    <a:pt x="0" y="84833"/>
                    <a:pt x="0" y="78097"/>
                  </a:cubicBezTo>
                  <a:lnTo>
                    <a:pt x="0" y="25400"/>
                  </a:lnTo>
                  <a:cubicBezTo>
                    <a:pt x="0" y="11372"/>
                    <a:pt x="11372" y="0"/>
                    <a:pt x="25400" y="0"/>
                  </a:cubicBezTo>
                  <a:close/>
                </a:path>
              </a:pathLst>
            </a:custGeom>
            <a:solidFill>
              <a:srgbClr val="FCE19A"/>
            </a:solidFill>
          </p:spPr>
        </p:sp>
        <p:sp>
          <p:nvSpPr>
            <p:cNvPr name="TextBox 14" id="14"/>
            <p:cNvSpPr txBox="true"/>
            <p:nvPr/>
          </p:nvSpPr>
          <p:spPr>
            <a:xfrm>
              <a:off x="0" y="-76200"/>
              <a:ext cx="635000" cy="179697"/>
            </a:xfrm>
            <a:prstGeom prst="rect">
              <a:avLst/>
            </a:prstGeom>
          </p:spPr>
          <p:txBody>
            <a:bodyPr anchor="ctr" rtlCol="false" tIns="50800" lIns="50800" bIns="50800" rIns="50800"/>
            <a:lstStyle/>
            <a:p>
              <a:pPr algn="ctr">
                <a:lnSpc>
                  <a:spcPts val="4900"/>
                </a:lnSpc>
              </a:pPr>
              <a:r>
                <a:rPr lang="en-US" sz="3500">
                  <a:solidFill>
                    <a:srgbClr val="000000"/>
                  </a:solidFill>
                  <a:latin typeface="Berthold Block"/>
                  <a:ea typeface="Berthold Block"/>
                  <a:cs typeface="Berthold Block"/>
                  <a:sym typeface="Berthold Block"/>
                </a:rPr>
                <a:t>Node.js &amp; Express.js</a:t>
              </a:r>
            </a:p>
          </p:txBody>
        </p:sp>
      </p:grpSp>
      <p:grpSp>
        <p:nvGrpSpPr>
          <p:cNvPr name="Group 15" id="15"/>
          <p:cNvGrpSpPr/>
          <p:nvPr/>
        </p:nvGrpSpPr>
        <p:grpSpPr>
          <a:xfrm rot="0">
            <a:off x="5477388" y="4942362"/>
            <a:ext cx="5777845" cy="941714"/>
            <a:chOff x="0" y="0"/>
            <a:chExt cx="635000" cy="103497"/>
          </a:xfrm>
        </p:grpSpPr>
        <p:sp>
          <p:nvSpPr>
            <p:cNvPr name="Freeform 16" id="16"/>
            <p:cNvSpPr/>
            <p:nvPr/>
          </p:nvSpPr>
          <p:spPr>
            <a:xfrm flipH="false" flipV="false" rot="0">
              <a:off x="0" y="0"/>
              <a:ext cx="635000" cy="103497"/>
            </a:xfrm>
            <a:custGeom>
              <a:avLst/>
              <a:gdLst/>
              <a:ahLst/>
              <a:cxnLst/>
              <a:rect r="r" b="b" t="t" l="l"/>
              <a:pathLst>
                <a:path h="103497" w="635000">
                  <a:moveTo>
                    <a:pt x="25400" y="0"/>
                  </a:moveTo>
                  <a:lnTo>
                    <a:pt x="609600" y="0"/>
                  </a:lnTo>
                  <a:cubicBezTo>
                    <a:pt x="623628" y="0"/>
                    <a:pt x="635000" y="11372"/>
                    <a:pt x="635000" y="25400"/>
                  </a:cubicBezTo>
                  <a:lnTo>
                    <a:pt x="635000" y="78097"/>
                  </a:lnTo>
                  <a:cubicBezTo>
                    <a:pt x="635000" y="92125"/>
                    <a:pt x="623628" y="103497"/>
                    <a:pt x="609600" y="103497"/>
                  </a:cubicBezTo>
                  <a:lnTo>
                    <a:pt x="25400" y="103497"/>
                  </a:lnTo>
                  <a:cubicBezTo>
                    <a:pt x="18664" y="103497"/>
                    <a:pt x="12203" y="100821"/>
                    <a:pt x="7439" y="96057"/>
                  </a:cubicBezTo>
                  <a:cubicBezTo>
                    <a:pt x="2676" y="91294"/>
                    <a:pt x="0" y="84833"/>
                    <a:pt x="0" y="78097"/>
                  </a:cubicBezTo>
                  <a:lnTo>
                    <a:pt x="0" y="25400"/>
                  </a:lnTo>
                  <a:cubicBezTo>
                    <a:pt x="0" y="11372"/>
                    <a:pt x="11372" y="0"/>
                    <a:pt x="25400" y="0"/>
                  </a:cubicBezTo>
                  <a:close/>
                </a:path>
              </a:pathLst>
            </a:custGeom>
            <a:solidFill>
              <a:srgbClr val="FCE19A"/>
            </a:solidFill>
          </p:spPr>
        </p:sp>
        <p:sp>
          <p:nvSpPr>
            <p:cNvPr name="TextBox 17" id="17"/>
            <p:cNvSpPr txBox="true"/>
            <p:nvPr/>
          </p:nvSpPr>
          <p:spPr>
            <a:xfrm>
              <a:off x="0" y="-76200"/>
              <a:ext cx="635000" cy="179697"/>
            </a:xfrm>
            <a:prstGeom prst="rect">
              <a:avLst/>
            </a:prstGeom>
          </p:spPr>
          <p:txBody>
            <a:bodyPr anchor="ctr" rtlCol="false" tIns="50800" lIns="50800" bIns="50800" rIns="50800"/>
            <a:lstStyle/>
            <a:p>
              <a:pPr algn="ctr">
                <a:lnSpc>
                  <a:spcPts val="4900"/>
                </a:lnSpc>
              </a:pPr>
              <a:r>
                <a:rPr lang="en-US" sz="3500">
                  <a:solidFill>
                    <a:srgbClr val="000000"/>
                  </a:solidFill>
                  <a:latin typeface="Berthold Block"/>
                  <a:ea typeface="Berthold Block"/>
                  <a:cs typeface="Berthold Block"/>
                  <a:sym typeface="Berthold Block"/>
                </a:rPr>
                <a:t>MongoDB &amp; Mongoose</a:t>
              </a:r>
            </a:p>
          </p:txBody>
        </p:sp>
      </p:grpSp>
      <p:grpSp>
        <p:nvGrpSpPr>
          <p:cNvPr name="Group 18" id="18"/>
          <p:cNvGrpSpPr/>
          <p:nvPr/>
        </p:nvGrpSpPr>
        <p:grpSpPr>
          <a:xfrm rot="0">
            <a:off x="5477388" y="6312701"/>
            <a:ext cx="5777845" cy="941714"/>
            <a:chOff x="0" y="0"/>
            <a:chExt cx="635000" cy="103497"/>
          </a:xfrm>
        </p:grpSpPr>
        <p:sp>
          <p:nvSpPr>
            <p:cNvPr name="Freeform 19" id="19"/>
            <p:cNvSpPr/>
            <p:nvPr/>
          </p:nvSpPr>
          <p:spPr>
            <a:xfrm flipH="false" flipV="false" rot="0">
              <a:off x="0" y="0"/>
              <a:ext cx="635000" cy="103497"/>
            </a:xfrm>
            <a:custGeom>
              <a:avLst/>
              <a:gdLst/>
              <a:ahLst/>
              <a:cxnLst/>
              <a:rect r="r" b="b" t="t" l="l"/>
              <a:pathLst>
                <a:path h="103497" w="635000">
                  <a:moveTo>
                    <a:pt x="25400" y="0"/>
                  </a:moveTo>
                  <a:lnTo>
                    <a:pt x="609600" y="0"/>
                  </a:lnTo>
                  <a:cubicBezTo>
                    <a:pt x="623628" y="0"/>
                    <a:pt x="635000" y="11372"/>
                    <a:pt x="635000" y="25400"/>
                  </a:cubicBezTo>
                  <a:lnTo>
                    <a:pt x="635000" y="78097"/>
                  </a:lnTo>
                  <a:cubicBezTo>
                    <a:pt x="635000" y="92125"/>
                    <a:pt x="623628" y="103497"/>
                    <a:pt x="609600" y="103497"/>
                  </a:cubicBezTo>
                  <a:lnTo>
                    <a:pt x="25400" y="103497"/>
                  </a:lnTo>
                  <a:cubicBezTo>
                    <a:pt x="18664" y="103497"/>
                    <a:pt x="12203" y="100821"/>
                    <a:pt x="7439" y="96057"/>
                  </a:cubicBezTo>
                  <a:cubicBezTo>
                    <a:pt x="2676" y="91294"/>
                    <a:pt x="0" y="84833"/>
                    <a:pt x="0" y="78097"/>
                  </a:cubicBezTo>
                  <a:lnTo>
                    <a:pt x="0" y="25400"/>
                  </a:lnTo>
                  <a:cubicBezTo>
                    <a:pt x="0" y="11372"/>
                    <a:pt x="11372" y="0"/>
                    <a:pt x="25400" y="0"/>
                  </a:cubicBezTo>
                  <a:close/>
                </a:path>
              </a:pathLst>
            </a:custGeom>
            <a:solidFill>
              <a:srgbClr val="FCE19A"/>
            </a:solidFill>
          </p:spPr>
        </p:sp>
        <p:sp>
          <p:nvSpPr>
            <p:cNvPr name="TextBox 20" id="20"/>
            <p:cNvSpPr txBox="true"/>
            <p:nvPr/>
          </p:nvSpPr>
          <p:spPr>
            <a:xfrm>
              <a:off x="0" y="-76200"/>
              <a:ext cx="635000" cy="179697"/>
            </a:xfrm>
            <a:prstGeom prst="rect">
              <a:avLst/>
            </a:prstGeom>
          </p:spPr>
          <p:txBody>
            <a:bodyPr anchor="ctr" rtlCol="false" tIns="50800" lIns="50800" bIns="50800" rIns="50800"/>
            <a:lstStyle/>
            <a:p>
              <a:pPr algn="ctr">
                <a:lnSpc>
                  <a:spcPts val="4900"/>
                </a:lnSpc>
              </a:pPr>
              <a:r>
                <a:rPr lang="en-US" sz="3500">
                  <a:solidFill>
                    <a:srgbClr val="000000"/>
                  </a:solidFill>
                  <a:latin typeface="Berthold Block"/>
                  <a:ea typeface="Berthold Block"/>
                  <a:cs typeface="Berthold Block"/>
                  <a:sym typeface="Berthold Block"/>
                </a:rPr>
                <a:t> Pug, HTML, CSS, JavaScript</a:t>
              </a:r>
            </a:p>
          </p:txBody>
        </p:sp>
      </p:grpSp>
      <p:grpSp>
        <p:nvGrpSpPr>
          <p:cNvPr name="Group 21" id="21"/>
          <p:cNvGrpSpPr/>
          <p:nvPr/>
        </p:nvGrpSpPr>
        <p:grpSpPr>
          <a:xfrm rot="0">
            <a:off x="5477388" y="7683040"/>
            <a:ext cx="5777845" cy="941714"/>
            <a:chOff x="0" y="0"/>
            <a:chExt cx="635000" cy="103497"/>
          </a:xfrm>
        </p:grpSpPr>
        <p:sp>
          <p:nvSpPr>
            <p:cNvPr name="Freeform 22" id="22"/>
            <p:cNvSpPr/>
            <p:nvPr/>
          </p:nvSpPr>
          <p:spPr>
            <a:xfrm flipH="false" flipV="false" rot="0">
              <a:off x="0" y="0"/>
              <a:ext cx="635000" cy="103497"/>
            </a:xfrm>
            <a:custGeom>
              <a:avLst/>
              <a:gdLst/>
              <a:ahLst/>
              <a:cxnLst/>
              <a:rect r="r" b="b" t="t" l="l"/>
              <a:pathLst>
                <a:path h="103497" w="635000">
                  <a:moveTo>
                    <a:pt x="25400" y="0"/>
                  </a:moveTo>
                  <a:lnTo>
                    <a:pt x="609600" y="0"/>
                  </a:lnTo>
                  <a:cubicBezTo>
                    <a:pt x="623628" y="0"/>
                    <a:pt x="635000" y="11372"/>
                    <a:pt x="635000" y="25400"/>
                  </a:cubicBezTo>
                  <a:lnTo>
                    <a:pt x="635000" y="78097"/>
                  </a:lnTo>
                  <a:cubicBezTo>
                    <a:pt x="635000" y="92125"/>
                    <a:pt x="623628" y="103497"/>
                    <a:pt x="609600" y="103497"/>
                  </a:cubicBezTo>
                  <a:lnTo>
                    <a:pt x="25400" y="103497"/>
                  </a:lnTo>
                  <a:cubicBezTo>
                    <a:pt x="18664" y="103497"/>
                    <a:pt x="12203" y="100821"/>
                    <a:pt x="7439" y="96057"/>
                  </a:cubicBezTo>
                  <a:cubicBezTo>
                    <a:pt x="2676" y="91294"/>
                    <a:pt x="0" y="84833"/>
                    <a:pt x="0" y="78097"/>
                  </a:cubicBezTo>
                  <a:lnTo>
                    <a:pt x="0" y="25400"/>
                  </a:lnTo>
                  <a:cubicBezTo>
                    <a:pt x="0" y="11372"/>
                    <a:pt x="11372" y="0"/>
                    <a:pt x="25400" y="0"/>
                  </a:cubicBezTo>
                  <a:close/>
                </a:path>
              </a:pathLst>
            </a:custGeom>
            <a:solidFill>
              <a:srgbClr val="FCE19A"/>
            </a:solidFill>
          </p:spPr>
        </p:sp>
        <p:sp>
          <p:nvSpPr>
            <p:cNvPr name="TextBox 23" id="23"/>
            <p:cNvSpPr txBox="true"/>
            <p:nvPr/>
          </p:nvSpPr>
          <p:spPr>
            <a:xfrm>
              <a:off x="0" y="-76200"/>
              <a:ext cx="635000" cy="179697"/>
            </a:xfrm>
            <a:prstGeom prst="rect">
              <a:avLst/>
            </a:prstGeom>
          </p:spPr>
          <p:txBody>
            <a:bodyPr anchor="ctr" rtlCol="false" tIns="50800" lIns="50800" bIns="50800" rIns="50800"/>
            <a:lstStyle/>
            <a:p>
              <a:pPr algn="ctr">
                <a:lnSpc>
                  <a:spcPts val="4900"/>
                </a:lnSpc>
              </a:pPr>
              <a:r>
                <a:rPr lang="en-US" sz="3500">
                  <a:solidFill>
                    <a:srgbClr val="000000"/>
                  </a:solidFill>
                  <a:latin typeface="Berthold Block"/>
                  <a:ea typeface="Berthold Block"/>
                  <a:cs typeface="Berthold Block"/>
                  <a:sym typeface="Berthold Block"/>
                </a:rPr>
                <a:t>JWT &amp; Bcrypt.js</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477320">
            <a:off x="-795196" y="336509"/>
            <a:ext cx="18977927" cy="8625468"/>
            <a:chOff x="0" y="0"/>
            <a:chExt cx="7620000" cy="3463290"/>
          </a:xfrm>
        </p:grpSpPr>
        <p:sp>
          <p:nvSpPr>
            <p:cNvPr name="Freeform 3" id="3"/>
            <p:cNvSpPr/>
            <p:nvPr/>
          </p:nvSpPr>
          <p:spPr>
            <a:xfrm flipH="false" flipV="false" rot="0">
              <a:off x="466090" y="466090"/>
              <a:ext cx="6687820" cy="2531110"/>
            </a:xfrm>
            <a:custGeom>
              <a:avLst/>
              <a:gdLst/>
              <a:ahLst/>
              <a:cxnLst/>
              <a:rect r="r" b="b" t="t" l="l"/>
              <a:pathLst>
                <a:path h="2531110" w="6687820">
                  <a:moveTo>
                    <a:pt x="0" y="0"/>
                  </a:moveTo>
                  <a:lnTo>
                    <a:pt x="0" y="2531110"/>
                  </a:lnTo>
                  <a:lnTo>
                    <a:pt x="6687820" y="2531110"/>
                  </a:lnTo>
                  <a:lnTo>
                    <a:pt x="6687820" y="0"/>
                  </a:lnTo>
                  <a:close/>
                </a:path>
              </a:pathLst>
            </a:custGeom>
            <a:solidFill>
              <a:srgbClr val="FFF7ED"/>
            </a:solidFill>
            <a:ln w="12700">
              <a:solidFill>
                <a:srgbClr val="000000"/>
              </a:solidFill>
            </a:ln>
          </p:spPr>
        </p:sp>
        <p:sp>
          <p:nvSpPr>
            <p:cNvPr name="Freeform 4" id="4"/>
            <p:cNvSpPr/>
            <p:nvPr/>
          </p:nvSpPr>
          <p:spPr>
            <a:xfrm flipH="false" flipV="false" rot="0">
              <a:off x="0" y="0"/>
              <a:ext cx="7620000" cy="3462020"/>
            </a:xfrm>
            <a:custGeom>
              <a:avLst/>
              <a:gdLst/>
              <a:ahLst/>
              <a:cxnLst/>
              <a:rect r="r" b="b" t="t" l="l"/>
              <a:pathLst>
                <a:path h="3462020" w="7620000">
                  <a:moveTo>
                    <a:pt x="388620" y="388620"/>
                  </a:moveTo>
                  <a:lnTo>
                    <a:pt x="388620" y="3074670"/>
                  </a:lnTo>
                  <a:lnTo>
                    <a:pt x="7231380" y="3074670"/>
                  </a:lnTo>
                  <a:lnTo>
                    <a:pt x="7231380" y="388620"/>
                  </a:lnTo>
                  <a:lnTo>
                    <a:pt x="388620" y="388620"/>
                  </a:lnTo>
                  <a:close/>
                  <a:moveTo>
                    <a:pt x="201930" y="0"/>
                  </a:moveTo>
                  <a:lnTo>
                    <a:pt x="490220" y="0"/>
                  </a:lnTo>
                  <a:cubicBezTo>
                    <a:pt x="490220" y="111760"/>
                    <a:pt x="580390" y="201930"/>
                    <a:pt x="692150" y="201930"/>
                  </a:cubicBezTo>
                  <a:cubicBezTo>
                    <a:pt x="803910" y="201930"/>
                    <a:pt x="895350" y="111760"/>
                    <a:pt x="895350" y="0"/>
                  </a:cubicBezTo>
                  <a:lnTo>
                    <a:pt x="1183640" y="0"/>
                  </a:lnTo>
                  <a:cubicBezTo>
                    <a:pt x="1183640" y="111760"/>
                    <a:pt x="1273810" y="201930"/>
                    <a:pt x="1385570" y="201930"/>
                  </a:cubicBezTo>
                  <a:cubicBezTo>
                    <a:pt x="1497330" y="201930"/>
                    <a:pt x="1587500" y="111760"/>
                    <a:pt x="1587500" y="0"/>
                  </a:cubicBezTo>
                  <a:lnTo>
                    <a:pt x="1875790" y="0"/>
                  </a:lnTo>
                  <a:cubicBezTo>
                    <a:pt x="1875790" y="111760"/>
                    <a:pt x="1965960" y="201930"/>
                    <a:pt x="2077720" y="201930"/>
                  </a:cubicBezTo>
                  <a:cubicBezTo>
                    <a:pt x="2189480" y="201930"/>
                    <a:pt x="2279650" y="111760"/>
                    <a:pt x="2279650" y="0"/>
                  </a:cubicBezTo>
                  <a:lnTo>
                    <a:pt x="2567940" y="0"/>
                  </a:lnTo>
                  <a:cubicBezTo>
                    <a:pt x="2567940" y="111760"/>
                    <a:pt x="2658110" y="201930"/>
                    <a:pt x="2769870" y="201930"/>
                  </a:cubicBezTo>
                  <a:cubicBezTo>
                    <a:pt x="2881630" y="201930"/>
                    <a:pt x="2973070" y="111760"/>
                    <a:pt x="2973070" y="0"/>
                  </a:cubicBezTo>
                  <a:lnTo>
                    <a:pt x="3261360" y="0"/>
                  </a:lnTo>
                  <a:cubicBezTo>
                    <a:pt x="3261360" y="111760"/>
                    <a:pt x="3351530" y="201930"/>
                    <a:pt x="3463290" y="201930"/>
                  </a:cubicBezTo>
                  <a:cubicBezTo>
                    <a:pt x="3575050" y="201930"/>
                    <a:pt x="3665220" y="111760"/>
                    <a:pt x="3665220" y="0"/>
                  </a:cubicBezTo>
                  <a:lnTo>
                    <a:pt x="3953510" y="0"/>
                  </a:lnTo>
                  <a:cubicBezTo>
                    <a:pt x="3953510" y="111760"/>
                    <a:pt x="4043680" y="201930"/>
                    <a:pt x="4155440" y="201930"/>
                  </a:cubicBezTo>
                  <a:cubicBezTo>
                    <a:pt x="4267200" y="201930"/>
                    <a:pt x="4357370" y="111760"/>
                    <a:pt x="4357370" y="0"/>
                  </a:cubicBezTo>
                  <a:lnTo>
                    <a:pt x="4645660" y="0"/>
                  </a:lnTo>
                  <a:cubicBezTo>
                    <a:pt x="4645660" y="111760"/>
                    <a:pt x="4735830" y="201930"/>
                    <a:pt x="4847590" y="201930"/>
                  </a:cubicBezTo>
                  <a:cubicBezTo>
                    <a:pt x="4959350" y="201930"/>
                    <a:pt x="5049520" y="111760"/>
                    <a:pt x="5049520" y="0"/>
                  </a:cubicBezTo>
                  <a:lnTo>
                    <a:pt x="5337810" y="0"/>
                  </a:lnTo>
                  <a:cubicBezTo>
                    <a:pt x="5337810" y="111760"/>
                    <a:pt x="5427980" y="201930"/>
                    <a:pt x="5539740" y="201930"/>
                  </a:cubicBezTo>
                  <a:cubicBezTo>
                    <a:pt x="5651500" y="201930"/>
                    <a:pt x="5741670" y="111760"/>
                    <a:pt x="5741670" y="0"/>
                  </a:cubicBezTo>
                  <a:lnTo>
                    <a:pt x="6032500" y="0"/>
                  </a:lnTo>
                  <a:cubicBezTo>
                    <a:pt x="6032500" y="111760"/>
                    <a:pt x="6122670" y="201930"/>
                    <a:pt x="6234430" y="201930"/>
                  </a:cubicBezTo>
                  <a:cubicBezTo>
                    <a:pt x="6346190" y="201930"/>
                    <a:pt x="6436360" y="111760"/>
                    <a:pt x="6436360" y="0"/>
                  </a:cubicBezTo>
                  <a:lnTo>
                    <a:pt x="6724650" y="0"/>
                  </a:lnTo>
                  <a:cubicBezTo>
                    <a:pt x="6724650" y="111760"/>
                    <a:pt x="6814820" y="201930"/>
                    <a:pt x="6926580" y="201930"/>
                  </a:cubicBezTo>
                  <a:cubicBezTo>
                    <a:pt x="7038341" y="201930"/>
                    <a:pt x="7128510" y="111760"/>
                    <a:pt x="7128510" y="0"/>
                  </a:cubicBezTo>
                  <a:lnTo>
                    <a:pt x="7416800" y="0"/>
                  </a:lnTo>
                  <a:cubicBezTo>
                    <a:pt x="7416800" y="111760"/>
                    <a:pt x="7506970" y="201930"/>
                    <a:pt x="7618730" y="201930"/>
                  </a:cubicBezTo>
                  <a:lnTo>
                    <a:pt x="7618730" y="490220"/>
                  </a:lnTo>
                  <a:cubicBezTo>
                    <a:pt x="7506970" y="490220"/>
                    <a:pt x="7416800" y="580390"/>
                    <a:pt x="7416800" y="692150"/>
                  </a:cubicBezTo>
                  <a:cubicBezTo>
                    <a:pt x="7416800" y="803910"/>
                    <a:pt x="7506970" y="894080"/>
                    <a:pt x="7618730" y="894080"/>
                  </a:cubicBezTo>
                  <a:lnTo>
                    <a:pt x="7618730" y="1182370"/>
                  </a:lnTo>
                  <a:cubicBezTo>
                    <a:pt x="7506970" y="1182370"/>
                    <a:pt x="7416800" y="1272540"/>
                    <a:pt x="7416800" y="1384300"/>
                  </a:cubicBezTo>
                  <a:cubicBezTo>
                    <a:pt x="7416800" y="1496060"/>
                    <a:pt x="7508240" y="1587500"/>
                    <a:pt x="7620000" y="1587500"/>
                  </a:cubicBezTo>
                  <a:lnTo>
                    <a:pt x="7620000" y="1875790"/>
                  </a:lnTo>
                  <a:cubicBezTo>
                    <a:pt x="7508240" y="1875790"/>
                    <a:pt x="7418070" y="1965960"/>
                    <a:pt x="7418070" y="2077720"/>
                  </a:cubicBezTo>
                  <a:cubicBezTo>
                    <a:pt x="7418070" y="2189480"/>
                    <a:pt x="7508239" y="2279650"/>
                    <a:pt x="7620000" y="2279650"/>
                  </a:cubicBezTo>
                  <a:lnTo>
                    <a:pt x="7620000" y="2567940"/>
                  </a:lnTo>
                  <a:cubicBezTo>
                    <a:pt x="7508240" y="2567940"/>
                    <a:pt x="7418070" y="2658110"/>
                    <a:pt x="7418070" y="2769870"/>
                  </a:cubicBezTo>
                  <a:cubicBezTo>
                    <a:pt x="7418070" y="2881630"/>
                    <a:pt x="7508240" y="2971800"/>
                    <a:pt x="7620000" y="2971800"/>
                  </a:cubicBezTo>
                  <a:lnTo>
                    <a:pt x="7620000" y="3260090"/>
                  </a:lnTo>
                  <a:cubicBezTo>
                    <a:pt x="7508240" y="3260090"/>
                    <a:pt x="7418070" y="3350260"/>
                    <a:pt x="7418070" y="3462020"/>
                  </a:cubicBezTo>
                  <a:lnTo>
                    <a:pt x="7129780" y="3462020"/>
                  </a:lnTo>
                  <a:cubicBezTo>
                    <a:pt x="7129780" y="3350260"/>
                    <a:pt x="7039610" y="3260090"/>
                    <a:pt x="6927849" y="3260090"/>
                  </a:cubicBezTo>
                  <a:cubicBezTo>
                    <a:pt x="6816089" y="3260090"/>
                    <a:pt x="6725919" y="3350260"/>
                    <a:pt x="6725919" y="3462020"/>
                  </a:cubicBezTo>
                  <a:lnTo>
                    <a:pt x="6437629" y="3462020"/>
                  </a:lnTo>
                  <a:cubicBezTo>
                    <a:pt x="6437629" y="3350260"/>
                    <a:pt x="6347459" y="3260090"/>
                    <a:pt x="6235699" y="3260090"/>
                  </a:cubicBezTo>
                  <a:cubicBezTo>
                    <a:pt x="6123939" y="3260090"/>
                    <a:pt x="6033769" y="3350260"/>
                    <a:pt x="6033769" y="3462020"/>
                  </a:cubicBezTo>
                  <a:lnTo>
                    <a:pt x="5745479" y="3462020"/>
                  </a:lnTo>
                  <a:cubicBezTo>
                    <a:pt x="5745479" y="3350260"/>
                    <a:pt x="5655309" y="3260090"/>
                    <a:pt x="5543549" y="3260090"/>
                  </a:cubicBezTo>
                  <a:cubicBezTo>
                    <a:pt x="5431789" y="3260090"/>
                    <a:pt x="5341619" y="3350260"/>
                    <a:pt x="5341619" y="3462020"/>
                  </a:cubicBezTo>
                  <a:lnTo>
                    <a:pt x="5053329" y="3462020"/>
                  </a:lnTo>
                  <a:cubicBezTo>
                    <a:pt x="5053329" y="3350260"/>
                    <a:pt x="4963159" y="3260090"/>
                    <a:pt x="4851399" y="3260090"/>
                  </a:cubicBezTo>
                  <a:cubicBezTo>
                    <a:pt x="4739639" y="3260090"/>
                    <a:pt x="4649469" y="3350260"/>
                    <a:pt x="4649469" y="3462020"/>
                  </a:cubicBezTo>
                  <a:lnTo>
                    <a:pt x="4361179" y="3462020"/>
                  </a:lnTo>
                  <a:cubicBezTo>
                    <a:pt x="4361179" y="3350260"/>
                    <a:pt x="4271009" y="3260090"/>
                    <a:pt x="4159249" y="3260090"/>
                  </a:cubicBezTo>
                  <a:cubicBezTo>
                    <a:pt x="4047489" y="3260090"/>
                    <a:pt x="3957319" y="3350260"/>
                    <a:pt x="3957319" y="3462020"/>
                  </a:cubicBezTo>
                  <a:lnTo>
                    <a:pt x="3669029" y="3462020"/>
                  </a:lnTo>
                  <a:cubicBezTo>
                    <a:pt x="3669029" y="3350260"/>
                    <a:pt x="3578859" y="3260090"/>
                    <a:pt x="3467099" y="3260090"/>
                  </a:cubicBezTo>
                  <a:cubicBezTo>
                    <a:pt x="3355339" y="3260090"/>
                    <a:pt x="3265169" y="3350260"/>
                    <a:pt x="3265169" y="3462020"/>
                  </a:cubicBezTo>
                  <a:lnTo>
                    <a:pt x="2976879" y="3462020"/>
                  </a:lnTo>
                  <a:cubicBezTo>
                    <a:pt x="2976879" y="3350260"/>
                    <a:pt x="2886709" y="3260090"/>
                    <a:pt x="2774949" y="3260090"/>
                  </a:cubicBezTo>
                  <a:cubicBezTo>
                    <a:pt x="2663189" y="3260090"/>
                    <a:pt x="2573019" y="3350260"/>
                    <a:pt x="2573019" y="3462020"/>
                  </a:cubicBezTo>
                  <a:lnTo>
                    <a:pt x="2284729" y="3462020"/>
                  </a:lnTo>
                  <a:cubicBezTo>
                    <a:pt x="2284729" y="3350260"/>
                    <a:pt x="2194559" y="3260090"/>
                    <a:pt x="2082799" y="3260090"/>
                  </a:cubicBezTo>
                  <a:cubicBezTo>
                    <a:pt x="1971039" y="3260090"/>
                    <a:pt x="1880869" y="3350260"/>
                    <a:pt x="1880869" y="3462020"/>
                  </a:cubicBezTo>
                  <a:lnTo>
                    <a:pt x="1587500" y="3462020"/>
                  </a:lnTo>
                  <a:cubicBezTo>
                    <a:pt x="1587500" y="3350260"/>
                    <a:pt x="1497330" y="3260090"/>
                    <a:pt x="1385570" y="3260090"/>
                  </a:cubicBezTo>
                  <a:cubicBezTo>
                    <a:pt x="1273810" y="3260090"/>
                    <a:pt x="1183640" y="3350260"/>
                    <a:pt x="1183640" y="3462020"/>
                  </a:cubicBezTo>
                  <a:lnTo>
                    <a:pt x="895350" y="3462020"/>
                  </a:lnTo>
                  <a:cubicBezTo>
                    <a:pt x="895350" y="3350260"/>
                    <a:pt x="805180" y="3260090"/>
                    <a:pt x="693420" y="3260090"/>
                  </a:cubicBezTo>
                  <a:cubicBezTo>
                    <a:pt x="581660" y="3260090"/>
                    <a:pt x="491490" y="3350260"/>
                    <a:pt x="491490" y="3462020"/>
                  </a:cubicBezTo>
                  <a:lnTo>
                    <a:pt x="201930" y="3462020"/>
                  </a:lnTo>
                  <a:cubicBezTo>
                    <a:pt x="201930" y="3350260"/>
                    <a:pt x="111760" y="3260090"/>
                    <a:pt x="0" y="3260090"/>
                  </a:cubicBezTo>
                  <a:lnTo>
                    <a:pt x="0" y="2971800"/>
                  </a:lnTo>
                  <a:cubicBezTo>
                    <a:pt x="111760" y="2971800"/>
                    <a:pt x="201930" y="2881630"/>
                    <a:pt x="201930" y="2769870"/>
                  </a:cubicBezTo>
                  <a:cubicBezTo>
                    <a:pt x="201930" y="2658110"/>
                    <a:pt x="111760" y="2567940"/>
                    <a:pt x="0" y="2567940"/>
                  </a:cubicBezTo>
                  <a:lnTo>
                    <a:pt x="0" y="2279650"/>
                  </a:lnTo>
                  <a:cubicBezTo>
                    <a:pt x="111760" y="2279650"/>
                    <a:pt x="201930" y="2189480"/>
                    <a:pt x="201930" y="2077720"/>
                  </a:cubicBezTo>
                  <a:cubicBezTo>
                    <a:pt x="201930" y="1965960"/>
                    <a:pt x="111760" y="1875790"/>
                    <a:pt x="0" y="1875790"/>
                  </a:cubicBezTo>
                  <a:lnTo>
                    <a:pt x="0" y="1587500"/>
                  </a:lnTo>
                  <a:cubicBezTo>
                    <a:pt x="111760" y="1587500"/>
                    <a:pt x="201930" y="1497330"/>
                    <a:pt x="201930" y="1385570"/>
                  </a:cubicBezTo>
                  <a:cubicBezTo>
                    <a:pt x="201930" y="1273810"/>
                    <a:pt x="111760" y="1183640"/>
                    <a:pt x="0" y="1183640"/>
                  </a:cubicBezTo>
                  <a:lnTo>
                    <a:pt x="0" y="895350"/>
                  </a:lnTo>
                  <a:cubicBezTo>
                    <a:pt x="111760" y="895350"/>
                    <a:pt x="201930" y="805180"/>
                    <a:pt x="201930" y="693420"/>
                  </a:cubicBezTo>
                  <a:cubicBezTo>
                    <a:pt x="201930" y="581660"/>
                    <a:pt x="111760" y="490220"/>
                    <a:pt x="0" y="490220"/>
                  </a:cubicBezTo>
                  <a:lnTo>
                    <a:pt x="0" y="201930"/>
                  </a:lnTo>
                  <a:cubicBezTo>
                    <a:pt x="111760" y="201930"/>
                    <a:pt x="201930" y="111760"/>
                    <a:pt x="201930" y="0"/>
                  </a:cubicBezTo>
                  <a:close/>
                </a:path>
              </a:pathLst>
            </a:custGeom>
            <a:solidFill>
              <a:srgbClr val="FFBE24"/>
            </a:solidFill>
          </p:spPr>
        </p:sp>
        <p:sp>
          <p:nvSpPr>
            <p:cNvPr name="Freeform 5" id="5"/>
            <p:cNvSpPr/>
            <p:nvPr/>
          </p:nvSpPr>
          <p:spPr>
            <a:xfrm flipH="false" flipV="false" rot="0">
              <a:off x="370840" y="370840"/>
              <a:ext cx="6878320" cy="2721610"/>
            </a:xfrm>
            <a:custGeom>
              <a:avLst/>
              <a:gdLst/>
              <a:ahLst/>
              <a:cxnLst/>
              <a:rect r="r" b="b" t="t" l="l"/>
              <a:pathLst>
                <a:path h="2721610" w="6878320">
                  <a:moveTo>
                    <a:pt x="0" y="0"/>
                  </a:moveTo>
                  <a:lnTo>
                    <a:pt x="0" y="2721610"/>
                  </a:lnTo>
                  <a:lnTo>
                    <a:pt x="6878320" y="2721610"/>
                  </a:lnTo>
                  <a:lnTo>
                    <a:pt x="6878320" y="0"/>
                  </a:lnTo>
                  <a:lnTo>
                    <a:pt x="0" y="0"/>
                  </a:lnTo>
                  <a:close/>
                  <a:moveTo>
                    <a:pt x="113030" y="2608580"/>
                  </a:moveTo>
                  <a:lnTo>
                    <a:pt x="113030" y="113030"/>
                  </a:lnTo>
                  <a:lnTo>
                    <a:pt x="6765290" y="113030"/>
                  </a:lnTo>
                  <a:lnTo>
                    <a:pt x="6765290" y="2608580"/>
                  </a:lnTo>
                  <a:lnTo>
                    <a:pt x="113030" y="2608580"/>
                  </a:lnTo>
                  <a:close/>
                </a:path>
              </a:pathLst>
            </a:custGeom>
            <a:solidFill>
              <a:srgbClr val="D64946"/>
            </a:solidFill>
          </p:spPr>
        </p:sp>
      </p:grpSp>
      <p:sp>
        <p:nvSpPr>
          <p:cNvPr name="Freeform 6" id="6"/>
          <p:cNvSpPr/>
          <p:nvPr/>
        </p:nvSpPr>
        <p:spPr>
          <a:xfrm flipH="false" flipV="false" rot="-638964">
            <a:off x="138013" y="-495875"/>
            <a:ext cx="3242321" cy="3547481"/>
          </a:xfrm>
          <a:custGeom>
            <a:avLst/>
            <a:gdLst/>
            <a:ahLst/>
            <a:cxnLst/>
            <a:rect r="r" b="b" t="t" l="l"/>
            <a:pathLst>
              <a:path h="3547481" w="3242321">
                <a:moveTo>
                  <a:pt x="0" y="0"/>
                </a:moveTo>
                <a:lnTo>
                  <a:pt x="3242321" y="0"/>
                </a:lnTo>
                <a:lnTo>
                  <a:pt x="3242321" y="3547481"/>
                </a:lnTo>
                <a:lnTo>
                  <a:pt x="0" y="3547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130725" y="5559789"/>
            <a:ext cx="4789404" cy="5354009"/>
          </a:xfrm>
          <a:custGeom>
            <a:avLst/>
            <a:gdLst/>
            <a:ahLst/>
            <a:cxnLst/>
            <a:rect r="r" b="b" t="t" l="l"/>
            <a:pathLst>
              <a:path h="5354009" w="4789404">
                <a:moveTo>
                  <a:pt x="0" y="0"/>
                </a:moveTo>
                <a:lnTo>
                  <a:pt x="4789405" y="0"/>
                </a:lnTo>
                <a:lnTo>
                  <a:pt x="4789405" y="5354008"/>
                </a:lnTo>
                <a:lnTo>
                  <a:pt x="0" y="53540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5596555" y="-622841"/>
            <a:ext cx="3325491" cy="3303082"/>
          </a:xfrm>
          <a:custGeom>
            <a:avLst/>
            <a:gdLst/>
            <a:ahLst/>
            <a:cxnLst/>
            <a:rect r="r" b="b" t="t" l="l"/>
            <a:pathLst>
              <a:path h="3303082" w="3325491">
                <a:moveTo>
                  <a:pt x="0" y="0"/>
                </a:moveTo>
                <a:lnTo>
                  <a:pt x="3325490" y="0"/>
                </a:lnTo>
                <a:lnTo>
                  <a:pt x="3325490" y="3303082"/>
                </a:lnTo>
                <a:lnTo>
                  <a:pt x="0" y="33030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72361">
            <a:off x="379007" y="7491784"/>
            <a:ext cx="3860862" cy="2899523"/>
          </a:xfrm>
          <a:custGeom>
            <a:avLst/>
            <a:gdLst/>
            <a:ahLst/>
            <a:cxnLst/>
            <a:rect r="r" b="b" t="t" l="l"/>
            <a:pathLst>
              <a:path h="2899523" w="3860862">
                <a:moveTo>
                  <a:pt x="0" y="0"/>
                </a:moveTo>
                <a:lnTo>
                  <a:pt x="3860862" y="0"/>
                </a:lnTo>
                <a:lnTo>
                  <a:pt x="3860862" y="2899523"/>
                </a:lnTo>
                <a:lnTo>
                  <a:pt x="0" y="28995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0531634" y="6473224"/>
            <a:ext cx="2800799" cy="4559580"/>
          </a:xfrm>
          <a:custGeom>
            <a:avLst/>
            <a:gdLst/>
            <a:ahLst/>
            <a:cxnLst/>
            <a:rect r="r" b="b" t="t" l="l"/>
            <a:pathLst>
              <a:path h="4559580" w="2800799">
                <a:moveTo>
                  <a:pt x="0" y="0"/>
                </a:moveTo>
                <a:lnTo>
                  <a:pt x="2800798" y="0"/>
                </a:lnTo>
                <a:lnTo>
                  <a:pt x="2800798" y="4559580"/>
                </a:lnTo>
                <a:lnTo>
                  <a:pt x="0" y="45595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480313">
            <a:off x="1765537" y="3670469"/>
            <a:ext cx="13889623" cy="2343083"/>
          </a:xfrm>
          <a:prstGeom prst="rect">
            <a:avLst/>
          </a:prstGeom>
        </p:spPr>
        <p:txBody>
          <a:bodyPr anchor="t" rtlCol="false" tIns="0" lIns="0" bIns="0" rIns="0">
            <a:spAutoFit/>
          </a:bodyPr>
          <a:lstStyle/>
          <a:p>
            <a:pPr algn="ctr">
              <a:lnSpc>
                <a:spcPts val="17846"/>
              </a:lnSpc>
            </a:pPr>
            <a:r>
              <a:rPr lang="en-US" sz="16996">
                <a:solidFill>
                  <a:srgbClr val="713935"/>
                </a:solidFill>
                <a:latin typeface="Berthold Block"/>
                <a:ea typeface="Berthold Block"/>
                <a:cs typeface="Berthold Block"/>
                <a:sym typeface="Berthold Block"/>
              </a:rPr>
              <a:t>DEMOSTRATION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87172" y="1396426"/>
            <a:ext cx="12376652" cy="6760746"/>
          </a:xfrm>
          <a:custGeom>
            <a:avLst/>
            <a:gdLst/>
            <a:ahLst/>
            <a:cxnLst/>
            <a:rect r="r" b="b" t="t" l="l"/>
            <a:pathLst>
              <a:path h="6760746" w="12376652">
                <a:moveTo>
                  <a:pt x="0" y="0"/>
                </a:moveTo>
                <a:lnTo>
                  <a:pt x="12376652" y="0"/>
                </a:lnTo>
                <a:lnTo>
                  <a:pt x="12376652" y="6760746"/>
                </a:lnTo>
                <a:lnTo>
                  <a:pt x="0" y="6760746"/>
                </a:lnTo>
                <a:lnTo>
                  <a:pt x="0" y="0"/>
                </a:lnTo>
                <a:close/>
              </a:path>
            </a:pathLst>
          </a:custGeom>
          <a:blipFill>
            <a:blip r:embed="rId10"/>
            <a:stretch>
              <a:fillRect l="0" t="0" r="0" b="0"/>
            </a:stretch>
          </a:blipFill>
        </p:spPr>
      </p:sp>
      <p:sp>
        <p:nvSpPr>
          <p:cNvPr name="TextBox 12" id="12"/>
          <p:cNvSpPr txBox="true"/>
          <p:nvPr/>
        </p:nvSpPr>
        <p:spPr>
          <a:xfrm rot="0">
            <a:off x="1218469" y="8201025"/>
            <a:ext cx="14675222" cy="1057275"/>
          </a:xfrm>
          <a:prstGeom prst="rect">
            <a:avLst/>
          </a:prstGeom>
        </p:spPr>
        <p:txBody>
          <a:bodyPr anchor="t" rtlCol="false" tIns="0" lIns="0" bIns="0" rIns="0">
            <a:spAutoFit/>
          </a:bodyPr>
          <a:lstStyle/>
          <a:p>
            <a:pPr algn="ctr">
              <a:lnSpc>
                <a:spcPts val="4200"/>
              </a:lnSpc>
            </a:pPr>
            <a:r>
              <a:rPr lang="en-US" sz="3000">
                <a:solidFill>
                  <a:srgbClr val="3F322E"/>
                </a:solidFill>
                <a:latin typeface="Berthold Block"/>
                <a:ea typeface="Berthold Block"/>
                <a:cs typeface="Berthold Block"/>
                <a:sym typeface="Berthold Block"/>
              </a:rPr>
              <a:t>First, the user will land on the home page of the entire app, featuring a movie searcher.</a:t>
            </a:r>
          </a:p>
          <a:p>
            <a:pPr algn="ctr">
              <a:lnSpc>
                <a:spcPts val="4200"/>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87172" y="1368368"/>
            <a:ext cx="12337514" cy="6739367"/>
          </a:xfrm>
          <a:custGeom>
            <a:avLst/>
            <a:gdLst/>
            <a:ahLst/>
            <a:cxnLst/>
            <a:rect r="r" b="b" t="t" l="l"/>
            <a:pathLst>
              <a:path h="6739367" w="12337514">
                <a:moveTo>
                  <a:pt x="0" y="0"/>
                </a:moveTo>
                <a:lnTo>
                  <a:pt x="12337514" y="0"/>
                </a:lnTo>
                <a:lnTo>
                  <a:pt x="12337514" y="6739367"/>
                </a:lnTo>
                <a:lnTo>
                  <a:pt x="0" y="6739367"/>
                </a:lnTo>
                <a:lnTo>
                  <a:pt x="0" y="0"/>
                </a:lnTo>
                <a:close/>
              </a:path>
            </a:pathLst>
          </a:custGeom>
          <a:blipFill>
            <a:blip r:embed="rId10"/>
            <a:stretch>
              <a:fillRect l="0" t="0" r="0" b="0"/>
            </a:stretch>
          </a:blipFill>
        </p:spPr>
      </p:sp>
      <p:sp>
        <p:nvSpPr>
          <p:cNvPr name="TextBox 12" id="12"/>
          <p:cNvSpPr txBox="true"/>
          <p:nvPr/>
        </p:nvSpPr>
        <p:spPr>
          <a:xfrm rot="0">
            <a:off x="1218469" y="8050585"/>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 user can register if they are a new user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67754" y="1396426"/>
            <a:ext cx="12376652" cy="6760746"/>
          </a:xfrm>
          <a:custGeom>
            <a:avLst/>
            <a:gdLst/>
            <a:ahLst/>
            <a:cxnLst/>
            <a:rect r="r" b="b" t="t" l="l"/>
            <a:pathLst>
              <a:path h="6760746" w="12376652">
                <a:moveTo>
                  <a:pt x="0" y="0"/>
                </a:moveTo>
                <a:lnTo>
                  <a:pt x="12376651" y="0"/>
                </a:lnTo>
                <a:lnTo>
                  <a:pt x="12376651" y="6760746"/>
                </a:lnTo>
                <a:lnTo>
                  <a:pt x="0" y="6760746"/>
                </a:lnTo>
                <a:lnTo>
                  <a:pt x="0" y="0"/>
                </a:lnTo>
                <a:close/>
              </a:path>
            </a:pathLst>
          </a:custGeom>
          <a:blipFill>
            <a:blip r:embed="rId10"/>
            <a:stretch>
              <a:fillRect l="0" t="0" r="0" b="0"/>
            </a:stretch>
          </a:blipFill>
        </p:spPr>
      </p:sp>
      <p:sp>
        <p:nvSpPr>
          <p:cNvPr name="TextBox 12" id="12"/>
          <p:cNvSpPr txBox="true"/>
          <p:nvPr/>
        </p:nvSpPr>
        <p:spPr>
          <a:xfrm rot="0">
            <a:off x="1218469" y="8116092"/>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There are validations for the user registration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02257" y="1396426"/>
            <a:ext cx="12507646" cy="6847936"/>
          </a:xfrm>
          <a:custGeom>
            <a:avLst/>
            <a:gdLst/>
            <a:ahLst/>
            <a:cxnLst/>
            <a:rect r="r" b="b" t="t" l="l"/>
            <a:pathLst>
              <a:path h="6847936" w="12507646">
                <a:moveTo>
                  <a:pt x="0" y="0"/>
                </a:moveTo>
                <a:lnTo>
                  <a:pt x="12507645" y="0"/>
                </a:lnTo>
                <a:lnTo>
                  <a:pt x="12507645" y="6847936"/>
                </a:lnTo>
                <a:lnTo>
                  <a:pt x="0" y="6847936"/>
                </a:lnTo>
                <a:lnTo>
                  <a:pt x="0" y="0"/>
                </a:lnTo>
                <a:close/>
              </a:path>
            </a:pathLst>
          </a:custGeom>
          <a:blipFill>
            <a:blip r:embed="rId10"/>
            <a:stretch>
              <a:fillRect l="0" t="0" r="0" b="0"/>
            </a:stretch>
          </a:blipFill>
        </p:spPr>
      </p:sp>
      <p:sp>
        <p:nvSpPr>
          <p:cNvPr name="TextBox 12" id="12"/>
          <p:cNvSpPr txBox="true"/>
          <p:nvPr/>
        </p:nvSpPr>
        <p:spPr>
          <a:xfrm rot="0">
            <a:off x="1218469" y="8187212"/>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 user can log in again if they are already register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87172" y="1452583"/>
            <a:ext cx="12407457" cy="6777573"/>
          </a:xfrm>
          <a:custGeom>
            <a:avLst/>
            <a:gdLst/>
            <a:ahLst/>
            <a:cxnLst/>
            <a:rect r="r" b="b" t="t" l="l"/>
            <a:pathLst>
              <a:path h="6777573" w="12407457">
                <a:moveTo>
                  <a:pt x="0" y="0"/>
                </a:moveTo>
                <a:lnTo>
                  <a:pt x="12407457" y="0"/>
                </a:lnTo>
                <a:lnTo>
                  <a:pt x="12407457" y="6777573"/>
                </a:lnTo>
                <a:lnTo>
                  <a:pt x="0" y="6777573"/>
                </a:lnTo>
                <a:lnTo>
                  <a:pt x="0" y="0"/>
                </a:lnTo>
                <a:close/>
              </a:path>
            </a:pathLst>
          </a:custGeom>
          <a:blipFill>
            <a:blip r:embed="rId10"/>
            <a:stretch>
              <a:fillRect l="0" t="0" r="0" b="0"/>
            </a:stretch>
          </a:blipFill>
        </p:spPr>
      </p:sp>
      <p:sp>
        <p:nvSpPr>
          <p:cNvPr name="TextBox 12" id="12"/>
          <p:cNvSpPr txBox="true"/>
          <p:nvPr/>
        </p:nvSpPr>
        <p:spPr>
          <a:xfrm rot="0">
            <a:off x="1218469" y="8187212"/>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There are also credentials for the log in!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268635" y="1396426"/>
            <a:ext cx="12525995" cy="6826667"/>
          </a:xfrm>
          <a:custGeom>
            <a:avLst/>
            <a:gdLst/>
            <a:ahLst/>
            <a:cxnLst/>
            <a:rect r="r" b="b" t="t" l="l"/>
            <a:pathLst>
              <a:path h="6826667" w="12525995">
                <a:moveTo>
                  <a:pt x="0" y="0"/>
                </a:moveTo>
                <a:lnTo>
                  <a:pt x="12525994" y="0"/>
                </a:lnTo>
                <a:lnTo>
                  <a:pt x="12525994" y="6826667"/>
                </a:lnTo>
                <a:lnTo>
                  <a:pt x="0" y="6826667"/>
                </a:lnTo>
                <a:lnTo>
                  <a:pt x="0" y="0"/>
                </a:lnTo>
                <a:close/>
              </a:path>
            </a:pathLst>
          </a:custGeom>
          <a:blipFill>
            <a:blip r:embed="rId10"/>
            <a:stretch>
              <a:fillRect l="0" t="0" r="0" b="0"/>
            </a:stretch>
          </a:blipFill>
        </p:spPr>
      </p:sp>
      <p:sp>
        <p:nvSpPr>
          <p:cNvPr name="TextBox 12" id="12"/>
          <p:cNvSpPr txBox="true"/>
          <p:nvPr/>
        </p:nvSpPr>
        <p:spPr>
          <a:xfrm rot="0">
            <a:off x="1218469" y="8187212"/>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 user can now add their movie if they are logged in</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87172" y="1461029"/>
            <a:ext cx="12407457" cy="6762064"/>
          </a:xfrm>
          <a:custGeom>
            <a:avLst/>
            <a:gdLst/>
            <a:ahLst/>
            <a:cxnLst/>
            <a:rect r="r" b="b" t="t" l="l"/>
            <a:pathLst>
              <a:path h="6762064" w="12407457">
                <a:moveTo>
                  <a:pt x="0" y="0"/>
                </a:moveTo>
                <a:lnTo>
                  <a:pt x="12407457" y="0"/>
                </a:lnTo>
                <a:lnTo>
                  <a:pt x="12407457" y="6762064"/>
                </a:lnTo>
                <a:lnTo>
                  <a:pt x="0" y="6762064"/>
                </a:lnTo>
                <a:lnTo>
                  <a:pt x="0" y="0"/>
                </a:lnTo>
                <a:close/>
              </a:path>
            </a:pathLst>
          </a:custGeom>
          <a:blipFill>
            <a:blip r:embed="rId10"/>
            <a:stretch>
              <a:fillRect l="0" t="0" r="0" b="0"/>
            </a:stretch>
          </a:blipFill>
        </p:spPr>
      </p:sp>
      <p:sp>
        <p:nvSpPr>
          <p:cNvPr name="TextBox 12" id="12"/>
          <p:cNvSpPr txBox="true"/>
          <p:nvPr/>
        </p:nvSpPr>
        <p:spPr>
          <a:xfrm rot="0">
            <a:off x="1218469" y="8187212"/>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 user can also edit their profile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218469" y="918172"/>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4963268" y="7985603"/>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2300029" y="1396426"/>
            <a:ext cx="12494600" cy="6840794"/>
          </a:xfrm>
          <a:custGeom>
            <a:avLst/>
            <a:gdLst/>
            <a:ahLst/>
            <a:cxnLst/>
            <a:rect r="r" b="b" t="t" l="l"/>
            <a:pathLst>
              <a:path h="6840794" w="12494600">
                <a:moveTo>
                  <a:pt x="0" y="0"/>
                </a:moveTo>
                <a:lnTo>
                  <a:pt x="12494600" y="0"/>
                </a:lnTo>
                <a:lnTo>
                  <a:pt x="12494600" y="6840794"/>
                </a:lnTo>
                <a:lnTo>
                  <a:pt x="0" y="6840794"/>
                </a:lnTo>
                <a:lnTo>
                  <a:pt x="0" y="0"/>
                </a:lnTo>
                <a:close/>
              </a:path>
            </a:pathLst>
          </a:custGeom>
          <a:blipFill>
            <a:blip r:embed="rId10"/>
            <a:stretch>
              <a:fillRect l="0" t="0" r="0" b="0"/>
            </a:stretch>
          </a:blipFill>
        </p:spPr>
      </p:sp>
      <p:sp>
        <p:nvSpPr>
          <p:cNvPr name="TextBox 12" id="12"/>
          <p:cNvSpPr txBox="true"/>
          <p:nvPr/>
        </p:nvSpPr>
        <p:spPr>
          <a:xfrm rot="0">
            <a:off x="1218469" y="8187212"/>
            <a:ext cx="14675222" cy="504825"/>
          </a:xfrm>
          <a:prstGeom prst="rect">
            <a:avLst/>
          </a:prstGeom>
        </p:spPr>
        <p:txBody>
          <a:bodyPr anchor="t" rtlCol="false" tIns="0" lIns="0" bIns="0" rIns="0">
            <a:spAutoFit/>
          </a:bodyPr>
          <a:lstStyle/>
          <a:p>
            <a:pPr algn="ctr">
              <a:lnSpc>
                <a:spcPts val="4199"/>
              </a:lnSpc>
              <a:spcBef>
                <a:spcPct val="0"/>
              </a:spcBef>
            </a:pPr>
            <a:r>
              <a:rPr lang="en-US" sz="2999">
                <a:solidFill>
                  <a:srgbClr val="3F322E"/>
                </a:solidFill>
                <a:latin typeface="Berthold Block"/>
                <a:ea typeface="Berthold Block"/>
                <a:cs typeface="Berthold Block"/>
                <a:sym typeface="Berthold Block"/>
              </a:rPr>
              <a:t>The movies are now there even if the user logs out, and others can also see them.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Freeform 8" id="8"/>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9" id="9"/>
          <p:cNvSpPr txBox="true"/>
          <p:nvPr/>
        </p:nvSpPr>
        <p:spPr>
          <a:xfrm rot="0">
            <a:off x="2007635" y="1840863"/>
            <a:ext cx="8559631"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RESULT</a:t>
            </a:r>
          </a:p>
        </p:txBody>
      </p:sp>
      <p:sp>
        <p:nvSpPr>
          <p:cNvPr name="Freeform 10" id="10"/>
          <p:cNvSpPr/>
          <p:nvPr/>
        </p:nvSpPr>
        <p:spPr>
          <a:xfrm flipH="false" flipV="false" rot="-674547">
            <a:off x="26629" y="8033727"/>
            <a:ext cx="2004142" cy="1906655"/>
          </a:xfrm>
          <a:custGeom>
            <a:avLst/>
            <a:gdLst/>
            <a:ahLst/>
            <a:cxnLst/>
            <a:rect r="r" b="b" t="t" l="l"/>
            <a:pathLst>
              <a:path h="1906655" w="2004142">
                <a:moveTo>
                  <a:pt x="0" y="0"/>
                </a:moveTo>
                <a:lnTo>
                  <a:pt x="2004142" y="0"/>
                </a:lnTo>
                <a:lnTo>
                  <a:pt x="2004142"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218469" y="3221498"/>
            <a:ext cx="13120813" cy="1552575"/>
          </a:xfrm>
          <a:prstGeom prst="rect">
            <a:avLst/>
          </a:prstGeom>
        </p:spPr>
        <p:txBody>
          <a:bodyPr anchor="t" rtlCol="false" tIns="0" lIns="0" bIns="0" rIns="0">
            <a:spAutoFit/>
          </a:bodyPr>
          <a:lstStyle/>
          <a:p>
            <a:pPr algn="l">
              <a:lnSpc>
                <a:spcPts val="4199"/>
              </a:lnSpc>
              <a:spcBef>
                <a:spcPct val="0"/>
              </a:spcBef>
            </a:pPr>
            <a:r>
              <a:rPr lang="en-US" sz="2999">
                <a:solidFill>
                  <a:srgbClr val="713935"/>
                </a:solidFill>
                <a:latin typeface="Berthold Block"/>
                <a:ea typeface="Berthold Block"/>
                <a:cs typeface="Berthold Block"/>
                <a:sym typeface="Berthold Block"/>
              </a:rPr>
              <a:t>The result </a:t>
            </a:r>
            <a:r>
              <a:rPr lang="en-US" sz="2999">
                <a:solidFill>
                  <a:srgbClr val="713935"/>
                </a:solidFill>
                <a:latin typeface="Berthold Block"/>
                <a:ea typeface="Berthold Block"/>
                <a:cs typeface="Berthold Block"/>
                <a:sym typeface="Berthold Block"/>
              </a:rPr>
              <a:t>is a fully functional, multi-user web application that acts as both a personal movie organizer and a collaborative movie discovery platform.</a:t>
            </a:r>
          </a:p>
          <a:p>
            <a:pPr algn="l">
              <a:lnSpc>
                <a:spcPts val="4199"/>
              </a:lnSpc>
              <a:spcBef>
                <a:spcPct val="0"/>
              </a:spcBef>
            </a:pPr>
            <a:r>
              <a:rPr lang="en-US" sz="2999">
                <a:solidFill>
                  <a:srgbClr val="713935"/>
                </a:solidFill>
                <a:latin typeface="Berthold Block"/>
                <a:ea typeface="Berthold Block"/>
                <a:cs typeface="Berthold Block"/>
                <a:sym typeface="Berthold Block"/>
              </a:rPr>
              <a:t>Ultimately, the project delivers:</a:t>
            </a:r>
          </a:p>
        </p:txBody>
      </p:sp>
      <p:sp>
        <p:nvSpPr>
          <p:cNvPr name="TextBox 13" id="13"/>
          <p:cNvSpPr txBox="true"/>
          <p:nvPr/>
        </p:nvSpPr>
        <p:spPr>
          <a:xfrm rot="0">
            <a:off x="1559059" y="4899025"/>
            <a:ext cx="13330266" cy="1028701"/>
          </a:xfrm>
          <a:prstGeom prst="rect">
            <a:avLst/>
          </a:prstGeom>
        </p:spPr>
        <p:txBody>
          <a:bodyPr anchor="t" rtlCol="false" tIns="0" lIns="0" bIns="0" rIns="0">
            <a:spAutoFit/>
          </a:bodyPr>
          <a:lstStyle/>
          <a:p>
            <a:pPr algn="l">
              <a:lnSpc>
                <a:spcPts val="4199"/>
              </a:lnSpc>
              <a:spcBef>
                <a:spcPct val="0"/>
              </a:spcBef>
            </a:pPr>
            <a:r>
              <a:rPr lang="en-US" sz="2999">
                <a:solidFill>
                  <a:srgbClr val="713935"/>
                </a:solidFill>
                <a:latin typeface="Berthold Block"/>
                <a:ea typeface="Berthold Block"/>
                <a:cs typeface="Berthold Block"/>
                <a:sym typeface="Berthold Block"/>
              </a:rPr>
              <a:t>1. For Reg</a:t>
            </a:r>
            <a:r>
              <a:rPr lang="en-US" sz="2999">
                <a:solidFill>
                  <a:srgbClr val="713935"/>
                </a:solidFill>
                <a:latin typeface="Berthold Block"/>
                <a:ea typeface="Berthold Block"/>
                <a:cs typeface="Berthold Block"/>
                <a:sym typeface="Berthold Block"/>
              </a:rPr>
              <a:t>istered Users: A secure, personal space to create, manage, and track their own movie library online.</a:t>
            </a:r>
          </a:p>
        </p:txBody>
      </p:sp>
      <p:sp>
        <p:nvSpPr>
          <p:cNvPr name="TextBox 14" id="14"/>
          <p:cNvSpPr txBox="true"/>
          <p:nvPr/>
        </p:nvSpPr>
        <p:spPr>
          <a:xfrm rot="0">
            <a:off x="1559059" y="5899267"/>
            <a:ext cx="13330266" cy="1028701"/>
          </a:xfrm>
          <a:prstGeom prst="rect">
            <a:avLst/>
          </a:prstGeom>
        </p:spPr>
        <p:txBody>
          <a:bodyPr anchor="t" rtlCol="false" tIns="0" lIns="0" bIns="0" rIns="0">
            <a:spAutoFit/>
          </a:bodyPr>
          <a:lstStyle/>
          <a:p>
            <a:pPr algn="l">
              <a:lnSpc>
                <a:spcPts val="4199"/>
              </a:lnSpc>
              <a:spcBef>
                <a:spcPct val="0"/>
              </a:spcBef>
            </a:pPr>
            <a:r>
              <a:rPr lang="en-US" sz="2999">
                <a:solidFill>
                  <a:srgbClr val="713935"/>
                </a:solidFill>
                <a:latin typeface="Berthold Block"/>
                <a:ea typeface="Berthold Block"/>
                <a:cs typeface="Berthold Block"/>
                <a:sym typeface="Berthold Block"/>
              </a:rPr>
              <a:t> 2. For All V</a:t>
            </a:r>
            <a:r>
              <a:rPr lang="en-US" sz="2999">
                <a:solidFill>
                  <a:srgbClr val="713935"/>
                </a:solidFill>
                <a:latin typeface="Berthold Block"/>
                <a:ea typeface="Berthold Block"/>
                <a:cs typeface="Berthold Block"/>
                <a:sym typeface="Berthold Block"/>
              </a:rPr>
              <a:t>isitors: A rich, searchable, and filterable database of movies populated by the community, allowing anyone to discover new films.</a:t>
            </a:r>
          </a:p>
        </p:txBody>
      </p:sp>
      <p:sp>
        <p:nvSpPr>
          <p:cNvPr name="TextBox 15" id="15"/>
          <p:cNvSpPr txBox="true"/>
          <p:nvPr/>
        </p:nvSpPr>
        <p:spPr>
          <a:xfrm rot="0">
            <a:off x="1218469" y="7051793"/>
            <a:ext cx="14485454" cy="1552575"/>
          </a:xfrm>
          <a:prstGeom prst="rect">
            <a:avLst/>
          </a:prstGeom>
        </p:spPr>
        <p:txBody>
          <a:bodyPr anchor="t" rtlCol="false" tIns="0" lIns="0" bIns="0" rIns="0">
            <a:spAutoFit/>
          </a:bodyPr>
          <a:lstStyle/>
          <a:p>
            <a:pPr algn="l">
              <a:lnSpc>
                <a:spcPts val="4199"/>
              </a:lnSpc>
              <a:spcBef>
                <a:spcPct val="0"/>
              </a:spcBef>
            </a:pPr>
            <a:r>
              <a:rPr lang="en-US" sz="2999">
                <a:solidFill>
                  <a:srgbClr val="713935"/>
                </a:solidFill>
                <a:latin typeface="Berthold Block"/>
                <a:ea typeface="Berthold Block"/>
                <a:cs typeface="Berthold Block"/>
                <a:sym typeface="Berthold Block"/>
              </a:rPr>
              <a:t>Technically, the result </a:t>
            </a:r>
            <a:r>
              <a:rPr lang="en-US" sz="2999">
                <a:solidFill>
                  <a:srgbClr val="713935"/>
                </a:solidFill>
                <a:latin typeface="Berthold Block"/>
                <a:ea typeface="Berthold Block"/>
                <a:cs typeface="Berthold Block"/>
                <a:sym typeface="Berthold Block"/>
              </a:rPr>
              <a:t>is a scalable and maintainable application built on a modern microservices architecture, where different parts of the system (user management, movie data, and the user interface) operate independently.</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14675222" cy="8229600"/>
            <a:chOff x="0" y="0"/>
            <a:chExt cx="3865079" cy="2167467"/>
          </a:xfrm>
        </p:grpSpPr>
        <p:sp>
          <p:nvSpPr>
            <p:cNvPr name="Freeform 3" id="3"/>
            <p:cNvSpPr/>
            <p:nvPr/>
          </p:nvSpPr>
          <p:spPr>
            <a:xfrm flipH="false" flipV="false" rot="0">
              <a:off x="0" y="0"/>
              <a:ext cx="3865079" cy="2167467"/>
            </a:xfrm>
            <a:custGeom>
              <a:avLst/>
              <a:gdLst/>
              <a:ahLst/>
              <a:cxnLst/>
              <a:rect r="r" b="b" t="t" l="l"/>
              <a:pathLst>
                <a:path h="2167467" w="3865079">
                  <a:moveTo>
                    <a:pt x="26905" y="0"/>
                  </a:moveTo>
                  <a:lnTo>
                    <a:pt x="3838174" y="0"/>
                  </a:lnTo>
                  <a:cubicBezTo>
                    <a:pt x="3853033" y="0"/>
                    <a:pt x="3865079" y="12046"/>
                    <a:pt x="3865079" y="26905"/>
                  </a:cubicBezTo>
                  <a:lnTo>
                    <a:pt x="3865079" y="2140562"/>
                  </a:lnTo>
                  <a:cubicBezTo>
                    <a:pt x="3865079" y="2155421"/>
                    <a:pt x="3853033" y="2167467"/>
                    <a:pt x="3838174" y="2167467"/>
                  </a:cubicBezTo>
                  <a:lnTo>
                    <a:pt x="26905" y="2167467"/>
                  </a:lnTo>
                  <a:cubicBezTo>
                    <a:pt x="19769" y="2167467"/>
                    <a:pt x="12926" y="2164632"/>
                    <a:pt x="7880" y="2159586"/>
                  </a:cubicBezTo>
                  <a:cubicBezTo>
                    <a:pt x="2835" y="2154541"/>
                    <a:pt x="0" y="2147697"/>
                    <a:pt x="0" y="2140562"/>
                  </a:cubicBezTo>
                  <a:lnTo>
                    <a:pt x="0" y="26905"/>
                  </a:lnTo>
                  <a:cubicBezTo>
                    <a:pt x="0" y="12046"/>
                    <a:pt x="12046" y="0"/>
                    <a:pt x="26905" y="0"/>
                  </a:cubicBezTo>
                  <a:close/>
                </a:path>
              </a:pathLst>
            </a:custGeom>
            <a:solidFill>
              <a:srgbClr val="FFF7ED"/>
            </a:solidFill>
          </p:spPr>
        </p:sp>
        <p:sp>
          <p:nvSpPr>
            <p:cNvPr name="TextBox 4" id="4"/>
            <p:cNvSpPr txBox="true"/>
            <p:nvPr/>
          </p:nvSpPr>
          <p:spPr>
            <a:xfrm>
              <a:off x="0" y="-47625"/>
              <a:ext cx="3865079" cy="2215092"/>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3230770">
            <a:off x="13712567" y="331226"/>
            <a:ext cx="7093465" cy="7045666"/>
          </a:xfrm>
          <a:custGeom>
            <a:avLst/>
            <a:gdLst/>
            <a:ahLst/>
            <a:cxnLst/>
            <a:rect r="r" b="b" t="t" l="l"/>
            <a:pathLst>
              <a:path h="7045666" w="7093465">
                <a:moveTo>
                  <a:pt x="0" y="0"/>
                </a:moveTo>
                <a:lnTo>
                  <a:pt x="7093466" y="0"/>
                </a:lnTo>
                <a:lnTo>
                  <a:pt x="7093466" y="7045666"/>
                </a:lnTo>
                <a:lnTo>
                  <a:pt x="0" y="70456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857435" y="8110312"/>
            <a:ext cx="2542026" cy="2324338"/>
          </a:xfrm>
          <a:custGeom>
            <a:avLst/>
            <a:gdLst/>
            <a:ahLst/>
            <a:cxnLst/>
            <a:rect r="r" b="b" t="t" l="l"/>
            <a:pathLst>
              <a:path h="2324338" w="2542026">
                <a:moveTo>
                  <a:pt x="0" y="0"/>
                </a:moveTo>
                <a:lnTo>
                  <a:pt x="2542026" y="0"/>
                </a:lnTo>
                <a:lnTo>
                  <a:pt x="2542026" y="2324338"/>
                </a:lnTo>
                <a:lnTo>
                  <a:pt x="0" y="23243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3063366">
            <a:off x="16174118" y="8791508"/>
            <a:ext cx="1436455" cy="531308"/>
          </a:xfrm>
          <a:custGeom>
            <a:avLst/>
            <a:gdLst/>
            <a:ahLst/>
            <a:cxnLst/>
            <a:rect r="r" b="b" t="t" l="l"/>
            <a:pathLst>
              <a:path h="531308" w="1436455">
                <a:moveTo>
                  <a:pt x="0" y="0"/>
                </a:moveTo>
                <a:lnTo>
                  <a:pt x="1436455" y="0"/>
                </a:lnTo>
                <a:lnTo>
                  <a:pt x="1436455" y="531308"/>
                </a:lnTo>
                <a:lnTo>
                  <a:pt x="0" y="531308"/>
                </a:lnTo>
                <a:lnTo>
                  <a:pt x="0" y="0"/>
                </a:lnTo>
                <a:close/>
              </a:path>
            </a:pathLst>
          </a:custGeom>
          <a:blipFill>
            <a:blip r:embed="rId4">
              <a:extLst>
                <a:ext uri="{96DAC541-7B7A-43D3-8B79-37D633B846F1}">
                  <asvg:svgBlip xmlns:asvg="http://schemas.microsoft.com/office/drawing/2016/SVG/main" r:embed="rId5"/>
                </a:ext>
              </a:extLst>
            </a:blip>
            <a:stretch>
              <a:fillRect l="-64850" t="0" r="-12114" b="-337474"/>
            </a:stretch>
          </a:blipFill>
        </p:spPr>
      </p:sp>
      <p:sp>
        <p:nvSpPr>
          <p:cNvPr name="TextBox 8" id="8"/>
          <p:cNvSpPr txBox="true"/>
          <p:nvPr/>
        </p:nvSpPr>
        <p:spPr>
          <a:xfrm rot="0">
            <a:off x="2007635" y="1840863"/>
            <a:ext cx="8559631" cy="1437785"/>
          </a:xfrm>
          <a:prstGeom prst="rect">
            <a:avLst/>
          </a:prstGeom>
        </p:spPr>
        <p:txBody>
          <a:bodyPr anchor="t" rtlCol="false" tIns="0" lIns="0" bIns="0" rIns="0">
            <a:spAutoFit/>
          </a:bodyPr>
          <a:lstStyle/>
          <a:p>
            <a:pPr algn="l">
              <a:lnSpc>
                <a:spcPts val="10997"/>
              </a:lnSpc>
            </a:pPr>
            <a:r>
              <a:rPr lang="en-US" sz="10474">
                <a:solidFill>
                  <a:srgbClr val="713935"/>
                </a:solidFill>
                <a:latin typeface="Berthold Block"/>
                <a:ea typeface="Berthold Block"/>
                <a:cs typeface="Berthold Block"/>
                <a:sym typeface="Berthold Block"/>
              </a:rPr>
              <a:t>CONCLUSION</a:t>
            </a:r>
          </a:p>
        </p:txBody>
      </p:sp>
      <p:sp>
        <p:nvSpPr>
          <p:cNvPr name="TextBox 9" id="9"/>
          <p:cNvSpPr txBox="true"/>
          <p:nvPr/>
        </p:nvSpPr>
        <p:spPr>
          <a:xfrm rot="0">
            <a:off x="1355656" y="3378573"/>
            <a:ext cx="13772792" cy="4953000"/>
          </a:xfrm>
          <a:prstGeom prst="rect">
            <a:avLst/>
          </a:prstGeom>
        </p:spPr>
        <p:txBody>
          <a:bodyPr anchor="t" rtlCol="false" tIns="0" lIns="0" bIns="0" rIns="0">
            <a:spAutoFit/>
          </a:bodyPr>
          <a:lstStyle/>
          <a:p>
            <a:pPr algn="l">
              <a:lnSpc>
                <a:spcPts val="3900"/>
              </a:lnSpc>
            </a:pPr>
            <a:r>
              <a:rPr lang="en-US" sz="3000">
                <a:solidFill>
                  <a:srgbClr val="4C4C4C"/>
                </a:solidFill>
                <a:latin typeface="Berthold Block"/>
                <a:ea typeface="Berthold Block"/>
                <a:cs typeface="Berthold Block"/>
                <a:sym typeface="Berthold Block"/>
              </a:rPr>
              <a:t>In conclusion, this project successfully delivers a robust, microservices-based movie catalogue application. It effectively meets its two primary goals:</a:t>
            </a:r>
          </a:p>
          <a:p>
            <a:pPr algn="l">
              <a:lnSpc>
                <a:spcPts val="3900"/>
              </a:lnSpc>
            </a:pPr>
          </a:p>
          <a:p>
            <a:pPr algn="l">
              <a:lnSpc>
                <a:spcPts val="3900"/>
              </a:lnSpc>
            </a:pPr>
            <a:r>
              <a:rPr lang="en-US" sz="3000">
                <a:solidFill>
                  <a:srgbClr val="4C4C4C"/>
                </a:solidFill>
                <a:latin typeface="Berthold Block"/>
                <a:ea typeface="Berthold Block"/>
                <a:cs typeface="Berthold Block"/>
                <a:sym typeface="Berthold Block"/>
              </a:rPr>
              <a:t>P</a:t>
            </a:r>
            <a:r>
              <a:rPr lang="en-US" sz="3000">
                <a:solidFill>
                  <a:srgbClr val="4C4C4C"/>
                </a:solidFill>
                <a:latin typeface="Berthold Block"/>
                <a:ea typeface="Berthold Block"/>
                <a:cs typeface="Berthold Block"/>
                <a:sym typeface="Berthold Block"/>
              </a:rPr>
              <a:t>roviding users with a tool for personal movie library management while also creating a collaborative platform for movie discovery.</a:t>
            </a:r>
          </a:p>
          <a:p>
            <a:pPr algn="l">
              <a:lnSpc>
                <a:spcPts val="3900"/>
              </a:lnSpc>
            </a:pPr>
          </a:p>
          <a:p>
            <a:pPr algn="l">
              <a:lnSpc>
                <a:spcPts val="3900"/>
              </a:lnSpc>
            </a:pPr>
            <a:r>
              <a:rPr lang="en-US" sz="3000">
                <a:solidFill>
                  <a:srgbClr val="4C4C4C"/>
                </a:solidFill>
                <a:latin typeface="Berthold Block"/>
                <a:ea typeface="Berthold Block"/>
                <a:cs typeface="Berthold Block"/>
                <a:sym typeface="Berthold Block"/>
              </a:rPr>
              <a:t>By leveraging a modern tech stack including Node.js, Express, and MongoDB, the application is not only functional but also scalable and maintainable. It stands as a complete proof-of-concept for a community-driven database where users can both manage their personal collections and contribute to a larger, shared resource for all film enthusiasts to explore.</a:t>
            </a:r>
          </a:p>
        </p:txBody>
      </p:sp>
      <p:sp>
        <p:nvSpPr>
          <p:cNvPr name="Freeform 10" id="10"/>
          <p:cNvSpPr/>
          <p:nvPr/>
        </p:nvSpPr>
        <p:spPr>
          <a:xfrm flipH="false" flipV="false" rot="964674">
            <a:off x="-488908" y="-20085"/>
            <a:ext cx="2533331" cy="2833022"/>
          </a:xfrm>
          <a:custGeom>
            <a:avLst/>
            <a:gdLst/>
            <a:ahLst/>
            <a:cxnLst/>
            <a:rect r="r" b="b" t="t" l="l"/>
            <a:pathLst>
              <a:path h="2833022" w="2533331">
                <a:moveTo>
                  <a:pt x="0" y="0"/>
                </a:moveTo>
                <a:lnTo>
                  <a:pt x="2533330" y="0"/>
                </a:lnTo>
                <a:lnTo>
                  <a:pt x="2533330" y="2833022"/>
                </a:lnTo>
                <a:lnTo>
                  <a:pt x="0" y="283302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674547">
            <a:off x="216398" y="7926582"/>
            <a:ext cx="2004142" cy="1906655"/>
          </a:xfrm>
          <a:custGeom>
            <a:avLst/>
            <a:gdLst/>
            <a:ahLst/>
            <a:cxnLst/>
            <a:rect r="r" b="b" t="t" l="l"/>
            <a:pathLst>
              <a:path h="1906655" w="2004142">
                <a:moveTo>
                  <a:pt x="0" y="0"/>
                </a:moveTo>
                <a:lnTo>
                  <a:pt x="2004141" y="0"/>
                </a:lnTo>
                <a:lnTo>
                  <a:pt x="2004141" y="1906655"/>
                </a:lnTo>
                <a:lnTo>
                  <a:pt x="0" y="190665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false" rot="1441936">
            <a:off x="9889087" y="383509"/>
            <a:ext cx="1356358" cy="1290381"/>
          </a:xfrm>
          <a:custGeom>
            <a:avLst/>
            <a:gdLst/>
            <a:ahLst/>
            <a:cxnLst/>
            <a:rect r="r" b="b" t="t" l="l"/>
            <a:pathLst>
              <a:path h="1290381" w="1356358">
                <a:moveTo>
                  <a:pt x="0" y="0"/>
                </a:moveTo>
                <a:lnTo>
                  <a:pt x="1356358" y="0"/>
                </a:lnTo>
                <a:lnTo>
                  <a:pt x="1356358" y="1290382"/>
                </a:lnTo>
                <a:lnTo>
                  <a:pt x="0" y="129038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3F322E"/>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477320">
            <a:off x="-795196" y="336509"/>
            <a:ext cx="18977927" cy="8625468"/>
            <a:chOff x="0" y="0"/>
            <a:chExt cx="7620000" cy="3463290"/>
          </a:xfrm>
        </p:grpSpPr>
        <p:sp>
          <p:nvSpPr>
            <p:cNvPr name="Freeform 3" id="3"/>
            <p:cNvSpPr/>
            <p:nvPr/>
          </p:nvSpPr>
          <p:spPr>
            <a:xfrm flipH="false" flipV="false" rot="0">
              <a:off x="466090" y="466090"/>
              <a:ext cx="6687820" cy="2531110"/>
            </a:xfrm>
            <a:custGeom>
              <a:avLst/>
              <a:gdLst/>
              <a:ahLst/>
              <a:cxnLst/>
              <a:rect r="r" b="b" t="t" l="l"/>
              <a:pathLst>
                <a:path h="2531110" w="6687820">
                  <a:moveTo>
                    <a:pt x="0" y="0"/>
                  </a:moveTo>
                  <a:lnTo>
                    <a:pt x="0" y="2531110"/>
                  </a:lnTo>
                  <a:lnTo>
                    <a:pt x="6687820" y="2531110"/>
                  </a:lnTo>
                  <a:lnTo>
                    <a:pt x="6687820" y="0"/>
                  </a:lnTo>
                  <a:close/>
                </a:path>
              </a:pathLst>
            </a:custGeom>
            <a:solidFill>
              <a:srgbClr val="FFF7ED"/>
            </a:solidFill>
            <a:ln w="12700">
              <a:solidFill>
                <a:srgbClr val="000000"/>
              </a:solidFill>
            </a:ln>
          </p:spPr>
        </p:sp>
        <p:sp>
          <p:nvSpPr>
            <p:cNvPr name="Freeform 4" id="4"/>
            <p:cNvSpPr/>
            <p:nvPr/>
          </p:nvSpPr>
          <p:spPr>
            <a:xfrm flipH="false" flipV="false" rot="0">
              <a:off x="0" y="0"/>
              <a:ext cx="7620000" cy="3462020"/>
            </a:xfrm>
            <a:custGeom>
              <a:avLst/>
              <a:gdLst/>
              <a:ahLst/>
              <a:cxnLst/>
              <a:rect r="r" b="b" t="t" l="l"/>
              <a:pathLst>
                <a:path h="3462020" w="7620000">
                  <a:moveTo>
                    <a:pt x="388620" y="388620"/>
                  </a:moveTo>
                  <a:lnTo>
                    <a:pt x="388620" y="3074670"/>
                  </a:lnTo>
                  <a:lnTo>
                    <a:pt x="7231380" y="3074670"/>
                  </a:lnTo>
                  <a:lnTo>
                    <a:pt x="7231380" y="388620"/>
                  </a:lnTo>
                  <a:lnTo>
                    <a:pt x="388620" y="388620"/>
                  </a:lnTo>
                  <a:close/>
                  <a:moveTo>
                    <a:pt x="201930" y="0"/>
                  </a:moveTo>
                  <a:lnTo>
                    <a:pt x="490220" y="0"/>
                  </a:lnTo>
                  <a:cubicBezTo>
                    <a:pt x="490220" y="111760"/>
                    <a:pt x="580390" y="201930"/>
                    <a:pt x="692150" y="201930"/>
                  </a:cubicBezTo>
                  <a:cubicBezTo>
                    <a:pt x="803910" y="201930"/>
                    <a:pt x="895350" y="111760"/>
                    <a:pt x="895350" y="0"/>
                  </a:cubicBezTo>
                  <a:lnTo>
                    <a:pt x="1183640" y="0"/>
                  </a:lnTo>
                  <a:cubicBezTo>
                    <a:pt x="1183640" y="111760"/>
                    <a:pt x="1273810" y="201930"/>
                    <a:pt x="1385570" y="201930"/>
                  </a:cubicBezTo>
                  <a:cubicBezTo>
                    <a:pt x="1497330" y="201930"/>
                    <a:pt x="1587500" y="111760"/>
                    <a:pt x="1587500" y="0"/>
                  </a:cubicBezTo>
                  <a:lnTo>
                    <a:pt x="1875790" y="0"/>
                  </a:lnTo>
                  <a:cubicBezTo>
                    <a:pt x="1875790" y="111760"/>
                    <a:pt x="1965960" y="201930"/>
                    <a:pt x="2077720" y="201930"/>
                  </a:cubicBezTo>
                  <a:cubicBezTo>
                    <a:pt x="2189480" y="201930"/>
                    <a:pt x="2279650" y="111760"/>
                    <a:pt x="2279650" y="0"/>
                  </a:cubicBezTo>
                  <a:lnTo>
                    <a:pt x="2567940" y="0"/>
                  </a:lnTo>
                  <a:cubicBezTo>
                    <a:pt x="2567940" y="111760"/>
                    <a:pt x="2658110" y="201930"/>
                    <a:pt x="2769870" y="201930"/>
                  </a:cubicBezTo>
                  <a:cubicBezTo>
                    <a:pt x="2881630" y="201930"/>
                    <a:pt x="2973070" y="111760"/>
                    <a:pt x="2973070" y="0"/>
                  </a:cubicBezTo>
                  <a:lnTo>
                    <a:pt x="3261360" y="0"/>
                  </a:lnTo>
                  <a:cubicBezTo>
                    <a:pt x="3261360" y="111760"/>
                    <a:pt x="3351530" y="201930"/>
                    <a:pt x="3463290" y="201930"/>
                  </a:cubicBezTo>
                  <a:cubicBezTo>
                    <a:pt x="3575050" y="201930"/>
                    <a:pt x="3665220" y="111760"/>
                    <a:pt x="3665220" y="0"/>
                  </a:cubicBezTo>
                  <a:lnTo>
                    <a:pt x="3953510" y="0"/>
                  </a:lnTo>
                  <a:cubicBezTo>
                    <a:pt x="3953510" y="111760"/>
                    <a:pt x="4043680" y="201930"/>
                    <a:pt x="4155440" y="201930"/>
                  </a:cubicBezTo>
                  <a:cubicBezTo>
                    <a:pt x="4267200" y="201930"/>
                    <a:pt x="4357370" y="111760"/>
                    <a:pt x="4357370" y="0"/>
                  </a:cubicBezTo>
                  <a:lnTo>
                    <a:pt x="4645660" y="0"/>
                  </a:lnTo>
                  <a:cubicBezTo>
                    <a:pt x="4645660" y="111760"/>
                    <a:pt x="4735830" y="201930"/>
                    <a:pt x="4847590" y="201930"/>
                  </a:cubicBezTo>
                  <a:cubicBezTo>
                    <a:pt x="4959350" y="201930"/>
                    <a:pt x="5049520" y="111760"/>
                    <a:pt x="5049520" y="0"/>
                  </a:cubicBezTo>
                  <a:lnTo>
                    <a:pt x="5337810" y="0"/>
                  </a:lnTo>
                  <a:cubicBezTo>
                    <a:pt x="5337810" y="111760"/>
                    <a:pt x="5427980" y="201930"/>
                    <a:pt x="5539740" y="201930"/>
                  </a:cubicBezTo>
                  <a:cubicBezTo>
                    <a:pt x="5651500" y="201930"/>
                    <a:pt x="5741670" y="111760"/>
                    <a:pt x="5741670" y="0"/>
                  </a:cubicBezTo>
                  <a:lnTo>
                    <a:pt x="6032500" y="0"/>
                  </a:lnTo>
                  <a:cubicBezTo>
                    <a:pt x="6032500" y="111760"/>
                    <a:pt x="6122670" y="201930"/>
                    <a:pt x="6234430" y="201930"/>
                  </a:cubicBezTo>
                  <a:cubicBezTo>
                    <a:pt x="6346190" y="201930"/>
                    <a:pt x="6436360" y="111760"/>
                    <a:pt x="6436360" y="0"/>
                  </a:cubicBezTo>
                  <a:lnTo>
                    <a:pt x="6724650" y="0"/>
                  </a:lnTo>
                  <a:cubicBezTo>
                    <a:pt x="6724650" y="111760"/>
                    <a:pt x="6814820" y="201930"/>
                    <a:pt x="6926580" y="201930"/>
                  </a:cubicBezTo>
                  <a:cubicBezTo>
                    <a:pt x="7038341" y="201930"/>
                    <a:pt x="7128510" y="111760"/>
                    <a:pt x="7128510" y="0"/>
                  </a:cubicBezTo>
                  <a:lnTo>
                    <a:pt x="7416800" y="0"/>
                  </a:lnTo>
                  <a:cubicBezTo>
                    <a:pt x="7416800" y="111760"/>
                    <a:pt x="7506970" y="201930"/>
                    <a:pt x="7618730" y="201930"/>
                  </a:cubicBezTo>
                  <a:lnTo>
                    <a:pt x="7618730" y="490220"/>
                  </a:lnTo>
                  <a:cubicBezTo>
                    <a:pt x="7506970" y="490220"/>
                    <a:pt x="7416800" y="580390"/>
                    <a:pt x="7416800" y="692150"/>
                  </a:cubicBezTo>
                  <a:cubicBezTo>
                    <a:pt x="7416800" y="803910"/>
                    <a:pt x="7506970" y="894080"/>
                    <a:pt x="7618730" y="894080"/>
                  </a:cubicBezTo>
                  <a:lnTo>
                    <a:pt x="7618730" y="1182370"/>
                  </a:lnTo>
                  <a:cubicBezTo>
                    <a:pt x="7506970" y="1182370"/>
                    <a:pt x="7416800" y="1272540"/>
                    <a:pt x="7416800" y="1384300"/>
                  </a:cubicBezTo>
                  <a:cubicBezTo>
                    <a:pt x="7416800" y="1496060"/>
                    <a:pt x="7508240" y="1587500"/>
                    <a:pt x="7620000" y="1587500"/>
                  </a:cubicBezTo>
                  <a:lnTo>
                    <a:pt x="7620000" y="1875790"/>
                  </a:lnTo>
                  <a:cubicBezTo>
                    <a:pt x="7508240" y="1875790"/>
                    <a:pt x="7418070" y="1965960"/>
                    <a:pt x="7418070" y="2077720"/>
                  </a:cubicBezTo>
                  <a:cubicBezTo>
                    <a:pt x="7418070" y="2189480"/>
                    <a:pt x="7508239" y="2279650"/>
                    <a:pt x="7620000" y="2279650"/>
                  </a:cubicBezTo>
                  <a:lnTo>
                    <a:pt x="7620000" y="2567940"/>
                  </a:lnTo>
                  <a:cubicBezTo>
                    <a:pt x="7508240" y="2567940"/>
                    <a:pt x="7418070" y="2658110"/>
                    <a:pt x="7418070" y="2769870"/>
                  </a:cubicBezTo>
                  <a:cubicBezTo>
                    <a:pt x="7418070" y="2881630"/>
                    <a:pt x="7508240" y="2971800"/>
                    <a:pt x="7620000" y="2971800"/>
                  </a:cubicBezTo>
                  <a:lnTo>
                    <a:pt x="7620000" y="3260090"/>
                  </a:lnTo>
                  <a:cubicBezTo>
                    <a:pt x="7508240" y="3260090"/>
                    <a:pt x="7418070" y="3350260"/>
                    <a:pt x="7418070" y="3462020"/>
                  </a:cubicBezTo>
                  <a:lnTo>
                    <a:pt x="7129780" y="3462020"/>
                  </a:lnTo>
                  <a:cubicBezTo>
                    <a:pt x="7129780" y="3350260"/>
                    <a:pt x="7039610" y="3260090"/>
                    <a:pt x="6927849" y="3260090"/>
                  </a:cubicBezTo>
                  <a:cubicBezTo>
                    <a:pt x="6816089" y="3260090"/>
                    <a:pt x="6725919" y="3350260"/>
                    <a:pt x="6725919" y="3462020"/>
                  </a:cubicBezTo>
                  <a:lnTo>
                    <a:pt x="6437629" y="3462020"/>
                  </a:lnTo>
                  <a:cubicBezTo>
                    <a:pt x="6437629" y="3350260"/>
                    <a:pt x="6347459" y="3260090"/>
                    <a:pt x="6235699" y="3260090"/>
                  </a:cubicBezTo>
                  <a:cubicBezTo>
                    <a:pt x="6123939" y="3260090"/>
                    <a:pt x="6033769" y="3350260"/>
                    <a:pt x="6033769" y="3462020"/>
                  </a:cubicBezTo>
                  <a:lnTo>
                    <a:pt x="5745479" y="3462020"/>
                  </a:lnTo>
                  <a:cubicBezTo>
                    <a:pt x="5745479" y="3350260"/>
                    <a:pt x="5655309" y="3260090"/>
                    <a:pt x="5543549" y="3260090"/>
                  </a:cubicBezTo>
                  <a:cubicBezTo>
                    <a:pt x="5431789" y="3260090"/>
                    <a:pt x="5341619" y="3350260"/>
                    <a:pt x="5341619" y="3462020"/>
                  </a:cubicBezTo>
                  <a:lnTo>
                    <a:pt x="5053329" y="3462020"/>
                  </a:lnTo>
                  <a:cubicBezTo>
                    <a:pt x="5053329" y="3350260"/>
                    <a:pt x="4963159" y="3260090"/>
                    <a:pt x="4851399" y="3260090"/>
                  </a:cubicBezTo>
                  <a:cubicBezTo>
                    <a:pt x="4739639" y="3260090"/>
                    <a:pt x="4649469" y="3350260"/>
                    <a:pt x="4649469" y="3462020"/>
                  </a:cubicBezTo>
                  <a:lnTo>
                    <a:pt x="4361179" y="3462020"/>
                  </a:lnTo>
                  <a:cubicBezTo>
                    <a:pt x="4361179" y="3350260"/>
                    <a:pt x="4271009" y="3260090"/>
                    <a:pt x="4159249" y="3260090"/>
                  </a:cubicBezTo>
                  <a:cubicBezTo>
                    <a:pt x="4047489" y="3260090"/>
                    <a:pt x="3957319" y="3350260"/>
                    <a:pt x="3957319" y="3462020"/>
                  </a:cubicBezTo>
                  <a:lnTo>
                    <a:pt x="3669029" y="3462020"/>
                  </a:lnTo>
                  <a:cubicBezTo>
                    <a:pt x="3669029" y="3350260"/>
                    <a:pt x="3578859" y="3260090"/>
                    <a:pt x="3467099" y="3260090"/>
                  </a:cubicBezTo>
                  <a:cubicBezTo>
                    <a:pt x="3355339" y="3260090"/>
                    <a:pt x="3265169" y="3350260"/>
                    <a:pt x="3265169" y="3462020"/>
                  </a:cubicBezTo>
                  <a:lnTo>
                    <a:pt x="2976879" y="3462020"/>
                  </a:lnTo>
                  <a:cubicBezTo>
                    <a:pt x="2976879" y="3350260"/>
                    <a:pt x="2886709" y="3260090"/>
                    <a:pt x="2774949" y="3260090"/>
                  </a:cubicBezTo>
                  <a:cubicBezTo>
                    <a:pt x="2663189" y="3260090"/>
                    <a:pt x="2573019" y="3350260"/>
                    <a:pt x="2573019" y="3462020"/>
                  </a:cubicBezTo>
                  <a:lnTo>
                    <a:pt x="2284729" y="3462020"/>
                  </a:lnTo>
                  <a:cubicBezTo>
                    <a:pt x="2284729" y="3350260"/>
                    <a:pt x="2194559" y="3260090"/>
                    <a:pt x="2082799" y="3260090"/>
                  </a:cubicBezTo>
                  <a:cubicBezTo>
                    <a:pt x="1971039" y="3260090"/>
                    <a:pt x="1880869" y="3350260"/>
                    <a:pt x="1880869" y="3462020"/>
                  </a:cubicBezTo>
                  <a:lnTo>
                    <a:pt x="1587500" y="3462020"/>
                  </a:lnTo>
                  <a:cubicBezTo>
                    <a:pt x="1587500" y="3350260"/>
                    <a:pt x="1497330" y="3260090"/>
                    <a:pt x="1385570" y="3260090"/>
                  </a:cubicBezTo>
                  <a:cubicBezTo>
                    <a:pt x="1273810" y="3260090"/>
                    <a:pt x="1183640" y="3350260"/>
                    <a:pt x="1183640" y="3462020"/>
                  </a:cubicBezTo>
                  <a:lnTo>
                    <a:pt x="895350" y="3462020"/>
                  </a:lnTo>
                  <a:cubicBezTo>
                    <a:pt x="895350" y="3350260"/>
                    <a:pt x="805180" y="3260090"/>
                    <a:pt x="693420" y="3260090"/>
                  </a:cubicBezTo>
                  <a:cubicBezTo>
                    <a:pt x="581660" y="3260090"/>
                    <a:pt x="491490" y="3350260"/>
                    <a:pt x="491490" y="3462020"/>
                  </a:cubicBezTo>
                  <a:lnTo>
                    <a:pt x="201930" y="3462020"/>
                  </a:lnTo>
                  <a:cubicBezTo>
                    <a:pt x="201930" y="3350260"/>
                    <a:pt x="111760" y="3260090"/>
                    <a:pt x="0" y="3260090"/>
                  </a:cubicBezTo>
                  <a:lnTo>
                    <a:pt x="0" y="2971800"/>
                  </a:lnTo>
                  <a:cubicBezTo>
                    <a:pt x="111760" y="2971800"/>
                    <a:pt x="201930" y="2881630"/>
                    <a:pt x="201930" y="2769870"/>
                  </a:cubicBezTo>
                  <a:cubicBezTo>
                    <a:pt x="201930" y="2658110"/>
                    <a:pt x="111760" y="2567940"/>
                    <a:pt x="0" y="2567940"/>
                  </a:cubicBezTo>
                  <a:lnTo>
                    <a:pt x="0" y="2279650"/>
                  </a:lnTo>
                  <a:cubicBezTo>
                    <a:pt x="111760" y="2279650"/>
                    <a:pt x="201930" y="2189480"/>
                    <a:pt x="201930" y="2077720"/>
                  </a:cubicBezTo>
                  <a:cubicBezTo>
                    <a:pt x="201930" y="1965960"/>
                    <a:pt x="111760" y="1875790"/>
                    <a:pt x="0" y="1875790"/>
                  </a:cubicBezTo>
                  <a:lnTo>
                    <a:pt x="0" y="1587500"/>
                  </a:lnTo>
                  <a:cubicBezTo>
                    <a:pt x="111760" y="1587500"/>
                    <a:pt x="201930" y="1497330"/>
                    <a:pt x="201930" y="1385570"/>
                  </a:cubicBezTo>
                  <a:cubicBezTo>
                    <a:pt x="201930" y="1273810"/>
                    <a:pt x="111760" y="1183640"/>
                    <a:pt x="0" y="1183640"/>
                  </a:cubicBezTo>
                  <a:lnTo>
                    <a:pt x="0" y="895350"/>
                  </a:lnTo>
                  <a:cubicBezTo>
                    <a:pt x="111760" y="895350"/>
                    <a:pt x="201930" y="805180"/>
                    <a:pt x="201930" y="693420"/>
                  </a:cubicBezTo>
                  <a:cubicBezTo>
                    <a:pt x="201930" y="581660"/>
                    <a:pt x="111760" y="490220"/>
                    <a:pt x="0" y="490220"/>
                  </a:cubicBezTo>
                  <a:lnTo>
                    <a:pt x="0" y="201930"/>
                  </a:lnTo>
                  <a:cubicBezTo>
                    <a:pt x="111760" y="201930"/>
                    <a:pt x="201930" y="111760"/>
                    <a:pt x="201930" y="0"/>
                  </a:cubicBezTo>
                  <a:close/>
                </a:path>
              </a:pathLst>
            </a:custGeom>
            <a:solidFill>
              <a:srgbClr val="FFBE24"/>
            </a:solidFill>
          </p:spPr>
        </p:sp>
        <p:sp>
          <p:nvSpPr>
            <p:cNvPr name="Freeform 5" id="5"/>
            <p:cNvSpPr/>
            <p:nvPr/>
          </p:nvSpPr>
          <p:spPr>
            <a:xfrm flipH="false" flipV="false" rot="0">
              <a:off x="370840" y="370840"/>
              <a:ext cx="6878320" cy="2721610"/>
            </a:xfrm>
            <a:custGeom>
              <a:avLst/>
              <a:gdLst/>
              <a:ahLst/>
              <a:cxnLst/>
              <a:rect r="r" b="b" t="t" l="l"/>
              <a:pathLst>
                <a:path h="2721610" w="6878320">
                  <a:moveTo>
                    <a:pt x="0" y="0"/>
                  </a:moveTo>
                  <a:lnTo>
                    <a:pt x="0" y="2721610"/>
                  </a:lnTo>
                  <a:lnTo>
                    <a:pt x="6878320" y="2721610"/>
                  </a:lnTo>
                  <a:lnTo>
                    <a:pt x="6878320" y="0"/>
                  </a:lnTo>
                  <a:lnTo>
                    <a:pt x="0" y="0"/>
                  </a:lnTo>
                  <a:close/>
                  <a:moveTo>
                    <a:pt x="113030" y="2608580"/>
                  </a:moveTo>
                  <a:lnTo>
                    <a:pt x="113030" y="113030"/>
                  </a:lnTo>
                  <a:lnTo>
                    <a:pt x="6765290" y="113030"/>
                  </a:lnTo>
                  <a:lnTo>
                    <a:pt x="6765290" y="2608580"/>
                  </a:lnTo>
                  <a:lnTo>
                    <a:pt x="113030" y="2608580"/>
                  </a:lnTo>
                  <a:close/>
                </a:path>
              </a:pathLst>
            </a:custGeom>
            <a:solidFill>
              <a:srgbClr val="D64946"/>
            </a:solidFill>
          </p:spPr>
        </p:sp>
      </p:grpSp>
      <p:sp>
        <p:nvSpPr>
          <p:cNvPr name="Freeform 6" id="6"/>
          <p:cNvSpPr/>
          <p:nvPr/>
        </p:nvSpPr>
        <p:spPr>
          <a:xfrm flipH="false" flipV="false" rot="-638964">
            <a:off x="138013" y="-495875"/>
            <a:ext cx="3242321" cy="3547481"/>
          </a:xfrm>
          <a:custGeom>
            <a:avLst/>
            <a:gdLst/>
            <a:ahLst/>
            <a:cxnLst/>
            <a:rect r="r" b="b" t="t" l="l"/>
            <a:pathLst>
              <a:path h="3547481" w="3242321">
                <a:moveTo>
                  <a:pt x="0" y="0"/>
                </a:moveTo>
                <a:lnTo>
                  <a:pt x="3242321" y="0"/>
                </a:lnTo>
                <a:lnTo>
                  <a:pt x="3242321" y="3547481"/>
                </a:lnTo>
                <a:lnTo>
                  <a:pt x="0" y="35474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130725" y="5559789"/>
            <a:ext cx="4789404" cy="5354009"/>
          </a:xfrm>
          <a:custGeom>
            <a:avLst/>
            <a:gdLst/>
            <a:ahLst/>
            <a:cxnLst/>
            <a:rect r="r" b="b" t="t" l="l"/>
            <a:pathLst>
              <a:path h="5354009" w="4789404">
                <a:moveTo>
                  <a:pt x="0" y="0"/>
                </a:moveTo>
                <a:lnTo>
                  <a:pt x="4789405" y="0"/>
                </a:lnTo>
                <a:lnTo>
                  <a:pt x="4789405" y="5354008"/>
                </a:lnTo>
                <a:lnTo>
                  <a:pt x="0" y="53540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8" id="8"/>
          <p:cNvSpPr/>
          <p:nvPr/>
        </p:nvSpPr>
        <p:spPr>
          <a:xfrm flipH="false" flipV="false" rot="0">
            <a:off x="15596555" y="-622841"/>
            <a:ext cx="3325491" cy="3303082"/>
          </a:xfrm>
          <a:custGeom>
            <a:avLst/>
            <a:gdLst/>
            <a:ahLst/>
            <a:cxnLst/>
            <a:rect r="r" b="b" t="t" l="l"/>
            <a:pathLst>
              <a:path h="3303082" w="3325491">
                <a:moveTo>
                  <a:pt x="0" y="0"/>
                </a:moveTo>
                <a:lnTo>
                  <a:pt x="3325490" y="0"/>
                </a:lnTo>
                <a:lnTo>
                  <a:pt x="3325490" y="3303082"/>
                </a:lnTo>
                <a:lnTo>
                  <a:pt x="0" y="33030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072361">
            <a:off x="379007" y="7491784"/>
            <a:ext cx="3860862" cy="2899523"/>
          </a:xfrm>
          <a:custGeom>
            <a:avLst/>
            <a:gdLst/>
            <a:ahLst/>
            <a:cxnLst/>
            <a:rect r="r" b="b" t="t" l="l"/>
            <a:pathLst>
              <a:path h="2899523" w="3860862">
                <a:moveTo>
                  <a:pt x="0" y="0"/>
                </a:moveTo>
                <a:lnTo>
                  <a:pt x="3860862" y="0"/>
                </a:lnTo>
                <a:lnTo>
                  <a:pt x="3860862" y="2899523"/>
                </a:lnTo>
                <a:lnTo>
                  <a:pt x="0" y="289952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0" id="10"/>
          <p:cNvSpPr/>
          <p:nvPr/>
        </p:nvSpPr>
        <p:spPr>
          <a:xfrm flipH="false" flipV="false" rot="0">
            <a:off x="10531634" y="6473224"/>
            <a:ext cx="2800799" cy="4559580"/>
          </a:xfrm>
          <a:custGeom>
            <a:avLst/>
            <a:gdLst/>
            <a:ahLst/>
            <a:cxnLst/>
            <a:rect r="r" b="b" t="t" l="l"/>
            <a:pathLst>
              <a:path h="4559580" w="2800799">
                <a:moveTo>
                  <a:pt x="0" y="0"/>
                </a:moveTo>
                <a:lnTo>
                  <a:pt x="2800798" y="0"/>
                </a:lnTo>
                <a:lnTo>
                  <a:pt x="2800798" y="4559580"/>
                </a:lnTo>
                <a:lnTo>
                  <a:pt x="0" y="45595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480313">
            <a:off x="1764956" y="3322960"/>
            <a:ext cx="13889623" cy="2343083"/>
          </a:xfrm>
          <a:prstGeom prst="rect">
            <a:avLst/>
          </a:prstGeom>
        </p:spPr>
        <p:txBody>
          <a:bodyPr anchor="t" rtlCol="false" tIns="0" lIns="0" bIns="0" rIns="0">
            <a:spAutoFit/>
          </a:bodyPr>
          <a:lstStyle/>
          <a:p>
            <a:pPr algn="ctr">
              <a:lnSpc>
                <a:spcPts val="17846"/>
              </a:lnSpc>
            </a:pPr>
            <a:r>
              <a:rPr lang="en-US" sz="16996">
                <a:solidFill>
                  <a:srgbClr val="713935"/>
                </a:solidFill>
                <a:latin typeface="Berthold Block"/>
                <a:ea typeface="Berthold Block"/>
                <a:cs typeface="Berthold Block"/>
                <a:sym typeface="Berthold Block"/>
              </a:rPr>
              <a:t>THANK YOU</a:t>
            </a:r>
          </a:p>
        </p:txBody>
      </p:sp>
      <p:sp>
        <p:nvSpPr>
          <p:cNvPr name="TextBox 12" id="12"/>
          <p:cNvSpPr txBox="true"/>
          <p:nvPr/>
        </p:nvSpPr>
        <p:spPr>
          <a:xfrm rot="-464530">
            <a:off x="4598629" y="5794270"/>
            <a:ext cx="8180268" cy="561975"/>
          </a:xfrm>
          <a:prstGeom prst="rect">
            <a:avLst/>
          </a:prstGeom>
        </p:spPr>
        <p:txBody>
          <a:bodyPr anchor="t" rtlCol="false" tIns="0" lIns="0" bIns="0" rIns="0">
            <a:spAutoFit/>
          </a:bodyPr>
          <a:lstStyle/>
          <a:p>
            <a:pPr algn="ctr">
              <a:lnSpc>
                <a:spcPts val="4200"/>
              </a:lnSpc>
              <a:spcBef>
                <a:spcPct val="0"/>
              </a:spcBef>
            </a:pPr>
            <a:r>
              <a:rPr lang="en-US" sz="4000">
                <a:solidFill>
                  <a:srgbClr val="4C4C4C"/>
                </a:solidFill>
                <a:latin typeface="TT Fors"/>
                <a:ea typeface="TT Fors"/>
                <a:cs typeface="TT Fors"/>
                <a:sym typeface="TT Fors"/>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DAG5Y7iuumw</dc:identifier>
  <dcterms:modified xsi:type="dcterms:W3CDTF">2011-08-01T06:04:30Z</dcterms:modified>
  <cp:revision>1</cp:revision>
  <dc:title>Brown and Yellow Illustration Group Project Presentation</dc:title>
</cp:coreProperties>
</file>